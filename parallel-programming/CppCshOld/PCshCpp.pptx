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1109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27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03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34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72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55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98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8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24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84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02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410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CE5C2-6C92-49A6-8807-71A720D8BE87}" type="datetimeFigureOut">
              <a:rPr lang="ru-RU" smtClean="0"/>
              <a:t>28.12.2016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60ED5-13E1-4901-8F12-562282CDF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50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9144000" cy="4656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996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086" y="836712"/>
            <a:ext cx="9214172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338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8" y="548680"/>
            <a:ext cx="9088003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712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8" y="188640"/>
            <a:ext cx="9134064" cy="2041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5399"/>
            <a:ext cx="9123962" cy="27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746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3" y="836712"/>
            <a:ext cx="9188564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00290" y="5490810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Снять</a:t>
            </a:r>
            <a:endParaRPr lang="ru-RU" sz="2800" dirty="0"/>
          </a:p>
        </p:txBody>
      </p:sp>
      <p:sp>
        <p:nvSpPr>
          <p:cNvPr id="3" name="Развернутая стрелка 2"/>
          <p:cNvSpPr/>
          <p:nvPr/>
        </p:nvSpPr>
        <p:spPr>
          <a:xfrm rot="10800000">
            <a:off x="2915813" y="5938176"/>
            <a:ext cx="5040561" cy="772924"/>
          </a:xfrm>
          <a:prstGeom prst="uturnArrow">
            <a:avLst>
              <a:gd name="adj1" fmla="val 23208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441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</Words>
  <Application>Microsoft Office PowerPoint</Application>
  <PresentationFormat>Экран (4:3)</PresentationFormat>
  <Paragraphs>1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Victor Munerman</dc:creator>
  <cp:lastModifiedBy>Victor Munerman</cp:lastModifiedBy>
  <cp:revision>5</cp:revision>
  <dcterms:created xsi:type="dcterms:W3CDTF">2016-12-28T19:44:00Z</dcterms:created>
  <dcterms:modified xsi:type="dcterms:W3CDTF">2016-12-28T20:44:03Z</dcterms:modified>
</cp:coreProperties>
</file>