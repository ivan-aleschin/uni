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52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52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44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Произвольный</PresentationFormat>
  <Paragraphs>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2</cp:revision>
  <dcterms:created xsi:type="dcterms:W3CDTF">2006-08-16T00:00:00Z</dcterms:created>
  <dcterms:modified xsi:type="dcterms:W3CDTF">2026-03-23T07:16:11Z</dcterms:modified>
</cp:coreProperties>
</file>