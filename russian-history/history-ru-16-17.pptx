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1509" r:id="rId7"/>
    <p:sldId id="1511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EE46A-2C95-43D2-B67E-01C42086F90A}" v="313" dt="2026-03-13T08:41:46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-1694" y="-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Алешин" userId="811e2e97ab995316" providerId="Windows Live" clId="Web-{580EE46A-2C95-43D2-B67E-01C42086F90A}"/>
    <pc:docChg chg="delSld modSld">
      <pc:chgData name="Иван Алешин" userId="811e2e97ab995316" providerId="Windows Live" clId="Web-{580EE46A-2C95-43D2-B67E-01C42086F90A}" dt="2026-03-13T08:41:44.301" v="300" actId="20577"/>
      <pc:docMkLst>
        <pc:docMk/>
      </pc:docMkLst>
      <pc:sldChg chg="addSp delSp modSp mod modClrScheme chgLayout">
        <pc:chgData name="Иван Алешин" userId="811e2e97ab995316" providerId="Windows Live" clId="Web-{580EE46A-2C95-43D2-B67E-01C42086F90A}" dt="2026-03-13T08:41:44.301" v="300" actId="20577"/>
        <pc:sldMkLst>
          <pc:docMk/>
          <pc:sldMk cId="3069965530" sldId="256"/>
        </pc:sldMkLst>
        <pc:spChg chg="add del mod">
          <ac:chgData name="Иван Алешин" userId="811e2e97ab995316" providerId="Windows Live" clId="Web-{580EE46A-2C95-43D2-B67E-01C42086F90A}" dt="2026-03-13T07:58:45.593" v="18"/>
          <ac:spMkLst>
            <pc:docMk/>
            <pc:sldMk cId="3069965530" sldId="256"/>
            <ac:spMk id="3" creationId="{F7A0C395-2AD0-D224-856C-53986EBD3C68}"/>
          </ac:spMkLst>
        </pc:spChg>
        <pc:spChg chg="mod">
          <ac:chgData name="Иван Алешин" userId="811e2e97ab995316" providerId="Windows Live" clId="Web-{580EE46A-2C95-43D2-B67E-01C42086F90A}" dt="2026-03-13T08:38:07.685" v="263" actId="1076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580EE46A-2C95-43D2-B67E-01C42086F90A}" dt="2026-03-13T08:41:44.301" v="300" actId="20577"/>
          <ac:spMkLst>
            <pc:docMk/>
            <pc:sldMk cId="3069965530" sldId="256"/>
            <ac:spMk id="5" creationId="{02FA3257-663D-61CE-A5D5-22B53DB71488}"/>
          </ac:spMkLst>
        </pc:spChg>
        <pc:spChg chg="add mod">
          <ac:chgData name="Иван Алешин" userId="811e2e97ab995316" providerId="Windows Live" clId="Web-{580EE46A-2C95-43D2-B67E-01C42086F90A}" dt="2026-03-13T08:38:01.670" v="261" actId="1076"/>
          <ac:spMkLst>
            <pc:docMk/>
            <pc:sldMk cId="3069965530" sldId="256"/>
            <ac:spMk id="9" creationId="{593CF5B9-60DF-D5F1-5B8F-48291318B352}"/>
          </ac:spMkLst>
        </pc:spChg>
        <pc:picChg chg="add mod ord">
          <ac:chgData name="Иван Алешин" userId="811e2e97ab995316" providerId="Windows Live" clId="Web-{580EE46A-2C95-43D2-B67E-01C42086F90A}" dt="2026-03-13T08:38:28.467" v="266" actId="1076"/>
          <ac:picMkLst>
            <pc:docMk/>
            <pc:sldMk cId="3069965530" sldId="256"/>
            <ac:picMk id="6" creationId="{D9DBC825-54CA-CF7E-0046-720C9B9A8B59}"/>
          </ac:picMkLst>
        </pc:picChg>
        <pc:picChg chg="del">
          <ac:chgData name="Иван Алешин" userId="811e2e97ab995316" providerId="Windows Live" clId="Web-{580EE46A-2C95-43D2-B67E-01C42086F90A}" dt="2026-03-13T07:58:43.874" v="17"/>
          <ac:picMkLst>
            <pc:docMk/>
            <pc:sldMk cId="3069965530" sldId="256"/>
            <ac:picMk id="7" creationId="{AA6BCCFE-82B9-38D9-8EAD-75148B80BD8F}"/>
          </ac:picMkLst>
        </pc:picChg>
        <pc:picChg chg="add del mod">
          <ac:chgData name="Иван Алешин" userId="811e2e97ab995316" providerId="Windows Live" clId="Web-{580EE46A-2C95-43D2-B67E-01C42086F90A}" dt="2026-03-13T08:18:48.489" v="115"/>
          <ac:picMkLst>
            <pc:docMk/>
            <pc:sldMk cId="3069965530" sldId="256"/>
            <ac:picMk id="8" creationId="{DBCC0ADB-F7B7-12B0-C25F-3A6C1D339281}"/>
          </ac:picMkLst>
        </pc:picChg>
      </pc:sldChg>
      <pc:sldChg chg="addSp delSp modSp">
        <pc:chgData name="Иван Алешин" userId="811e2e97ab995316" providerId="Windows Live" clId="Web-{580EE46A-2C95-43D2-B67E-01C42086F90A}" dt="2026-03-13T08:28:48.375" v="169" actId="1076"/>
        <pc:sldMkLst>
          <pc:docMk/>
          <pc:sldMk cId="4216523365" sldId="257"/>
        </pc:sldMkLst>
        <pc:spChg chg="mod">
          <ac:chgData name="Иван Алешин" userId="811e2e97ab995316" providerId="Windows Live" clId="Web-{580EE46A-2C95-43D2-B67E-01C42086F90A}" dt="2026-03-13T08:28:44.812" v="168" actId="1076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580EE46A-2C95-43D2-B67E-01C42086F90A}" dt="2026-03-13T08:28:48.375" v="169" actId="1076"/>
          <ac:spMkLst>
            <pc:docMk/>
            <pc:sldMk cId="4216523365" sldId="257"/>
            <ac:spMk id="3" creationId="{432C04E6-B771-F1FA-85F4-B7984DE55A8E}"/>
          </ac:spMkLst>
        </pc:spChg>
        <pc:picChg chg="add del mod">
          <ac:chgData name="Иван Алешин" userId="811e2e97ab995316" providerId="Windows Live" clId="Web-{580EE46A-2C95-43D2-B67E-01C42086F90A}" dt="2026-03-13T08:22:42.778" v="120"/>
          <ac:picMkLst>
            <pc:docMk/>
            <pc:sldMk cId="4216523365" sldId="257"/>
            <ac:picMk id="4" creationId="{50297451-AD13-2B5F-7D32-EBAB9EA398F8}"/>
          </ac:picMkLst>
        </pc:picChg>
        <pc:picChg chg="add del mod">
          <ac:chgData name="Иван Алешин" userId="811e2e97ab995316" providerId="Windows Live" clId="Web-{580EE46A-2C95-43D2-B67E-01C42086F90A}" dt="2026-03-13T08:22:53.794" v="124"/>
          <ac:picMkLst>
            <pc:docMk/>
            <pc:sldMk cId="4216523365" sldId="257"/>
            <ac:picMk id="5" creationId="{D0408706-75E2-0144-0A2E-DA51BD6DB770}"/>
          </ac:picMkLst>
        </pc:picChg>
        <pc:picChg chg="add mod">
          <ac:chgData name="Иван Алешин" userId="811e2e97ab995316" providerId="Windows Live" clId="Web-{580EE46A-2C95-43D2-B67E-01C42086F90A}" dt="2026-03-13T08:28:39.529" v="167" actId="1076"/>
          <ac:picMkLst>
            <pc:docMk/>
            <pc:sldMk cId="4216523365" sldId="257"/>
            <ac:picMk id="6" creationId="{6E996511-FE6D-2871-7FD2-41B8594AAD48}"/>
          </ac:picMkLst>
        </pc:picChg>
      </pc:sldChg>
      <pc:sldChg chg="del">
        <pc:chgData name="Иван Алешин" userId="811e2e97ab995316" providerId="Windows Live" clId="Web-{580EE46A-2C95-43D2-B67E-01C42086F90A}" dt="2026-03-13T08:06:17.681" v="77"/>
        <pc:sldMkLst>
          <pc:docMk/>
          <pc:sldMk cId="4198690590" sldId="260"/>
        </pc:sldMkLst>
      </pc:sldChg>
      <pc:sldChg chg="addSp delSp modSp mod modClrScheme chgLayout">
        <pc:chgData name="Иван Алешин" userId="811e2e97ab995316" providerId="Windows Live" clId="Web-{580EE46A-2C95-43D2-B67E-01C42086F90A}" dt="2026-03-13T08:38:19.811" v="265" actId="1076"/>
        <pc:sldMkLst>
          <pc:docMk/>
          <pc:sldMk cId="1941379388" sldId="263"/>
        </pc:sldMkLst>
        <pc:spChg chg="mod">
          <ac:chgData name="Иван Алешин" userId="811e2e97ab995316" providerId="Windows Live" clId="Web-{580EE46A-2C95-43D2-B67E-01C42086F90A}" dt="2026-03-13T08:34:32.363" v="237" actId="1076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Иван Алешин" userId="811e2e97ab995316" providerId="Windows Live" clId="Web-{580EE46A-2C95-43D2-B67E-01C42086F90A}" dt="2026-03-13T08:16:42.544" v="94"/>
          <ac:spMkLst>
            <pc:docMk/>
            <pc:sldMk cId="1941379388" sldId="263"/>
            <ac:spMk id="4" creationId="{A8072345-EDED-4266-CFF8-650FF0BB1E47}"/>
          </ac:spMkLst>
        </pc:spChg>
        <pc:spChg chg="add del mod">
          <ac:chgData name="Иван Алешин" userId="811e2e97ab995316" providerId="Windows Live" clId="Web-{580EE46A-2C95-43D2-B67E-01C42086F90A}" dt="2026-03-13T08:16:06.901" v="88"/>
          <ac:spMkLst>
            <pc:docMk/>
            <pc:sldMk cId="1941379388" sldId="263"/>
            <ac:spMk id="7" creationId="{5D976527-463A-3135-1CFF-A33137CDAA42}"/>
          </ac:spMkLst>
        </pc:spChg>
        <pc:picChg chg="add mod">
          <ac:chgData name="Иван Алешин" userId="811e2e97ab995316" providerId="Windows Live" clId="Web-{580EE46A-2C95-43D2-B67E-01C42086F90A}" dt="2026-03-13T08:38:19.811" v="265" actId="1076"/>
          <ac:picMkLst>
            <pc:docMk/>
            <pc:sldMk cId="1941379388" sldId="263"/>
            <ac:picMk id="3" creationId="{B915A031-0D13-0EEE-BC1F-034F3B3E09AA}"/>
          </ac:picMkLst>
        </pc:picChg>
        <pc:picChg chg="del">
          <ac:chgData name="Иван Алешин" userId="811e2e97ab995316" providerId="Windows Live" clId="Web-{580EE46A-2C95-43D2-B67E-01C42086F90A}" dt="2026-03-13T08:15:58.119" v="84"/>
          <ac:picMkLst>
            <pc:docMk/>
            <pc:sldMk cId="1941379388" sldId="263"/>
            <ac:picMk id="5" creationId="{164FB9BE-89B8-A73D-CB0C-5BF6EAC06D9A}"/>
          </ac:picMkLst>
        </pc:picChg>
      </pc:sldChg>
      <pc:sldChg chg="addSp delSp modSp">
        <pc:chgData name="Иван Алешин" userId="811e2e97ab995316" providerId="Windows Live" clId="Web-{580EE46A-2C95-43D2-B67E-01C42086F90A}" dt="2026-03-13T08:39:46.157" v="286" actId="1076"/>
        <pc:sldMkLst>
          <pc:docMk/>
          <pc:sldMk cId="3599844030" sldId="265"/>
        </pc:sldMkLst>
        <pc:spChg chg="mod">
          <ac:chgData name="Иван Алешин" userId="811e2e97ab995316" providerId="Windows Live" clId="Web-{580EE46A-2C95-43D2-B67E-01C42086F90A}" dt="2026-03-13T08:37:08.574" v="259" actId="1076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580EE46A-2C95-43D2-B67E-01C42086F90A}" dt="2026-03-13T08:39:46.157" v="286" actId="1076"/>
          <ac:spMkLst>
            <pc:docMk/>
            <pc:sldMk cId="3599844030" sldId="265"/>
            <ac:spMk id="4" creationId="{CBAD71A6-1036-A099-9BDF-27C11F75648B}"/>
          </ac:spMkLst>
        </pc:spChg>
        <pc:spChg chg="add del mod">
          <ac:chgData name="Иван Алешин" userId="811e2e97ab995316" providerId="Windows Live" clId="Web-{580EE46A-2C95-43D2-B67E-01C42086F90A}" dt="2026-03-13T08:36:24.400" v="247"/>
          <ac:spMkLst>
            <pc:docMk/>
            <pc:sldMk cId="3599844030" sldId="265"/>
            <ac:spMk id="5" creationId="{4F398C2B-E39B-7844-1A4F-AE78ADE81050}"/>
          </ac:spMkLst>
        </pc:spChg>
        <pc:picChg chg="del">
          <ac:chgData name="Иван Алешин" userId="811e2e97ab995316" providerId="Windows Live" clId="Web-{580EE46A-2C95-43D2-B67E-01C42086F90A}" dt="2026-03-13T08:35:27.991" v="246"/>
          <ac:picMkLst>
            <pc:docMk/>
            <pc:sldMk cId="3599844030" sldId="265"/>
            <ac:picMk id="6" creationId="{AABE4E79-8019-4B2E-BEEB-51662E559B73}"/>
          </ac:picMkLst>
        </pc:picChg>
        <pc:picChg chg="add mod">
          <ac:chgData name="Иван Алешин" userId="811e2e97ab995316" providerId="Windows Live" clId="Web-{580EE46A-2C95-43D2-B67E-01C42086F90A}" dt="2026-03-13T08:39:32.594" v="283" actId="14100"/>
          <ac:picMkLst>
            <pc:docMk/>
            <pc:sldMk cId="3599844030" sldId="265"/>
            <ac:picMk id="7" creationId="{3CDC4D1A-96CC-42C4-5D99-D2149DD96046}"/>
          </ac:picMkLst>
        </pc:picChg>
      </pc:sldChg>
      <pc:sldChg chg="modSp">
        <pc:chgData name="Иван Алешин" userId="811e2e97ab995316" providerId="Windows Live" clId="Web-{580EE46A-2C95-43D2-B67E-01C42086F90A}" dt="2026-03-13T08:39:27.407" v="282" actId="1076"/>
        <pc:sldMkLst>
          <pc:docMk/>
          <pc:sldMk cId="3947552595" sldId="266"/>
        </pc:sldMkLst>
        <pc:spChg chg="mod">
          <ac:chgData name="Иван Алешин" userId="811e2e97ab995316" providerId="Windows Live" clId="Web-{580EE46A-2C95-43D2-B67E-01C42086F90A}" dt="2026-03-13T08:39:27.407" v="282" actId="1076"/>
          <ac:spMkLst>
            <pc:docMk/>
            <pc:sldMk cId="3947552595" sldId="266"/>
            <ac:spMk id="3" creationId="{4227E922-AE57-EC70-406A-77ED03351FF3}"/>
          </ac:spMkLst>
        </pc:spChg>
      </pc:sldChg>
      <pc:sldChg chg="del">
        <pc:chgData name="Иван Алешин" userId="811e2e97ab995316" providerId="Windows Live" clId="Web-{580EE46A-2C95-43D2-B67E-01C42086F90A}" dt="2026-03-13T08:40:11.017" v="288"/>
        <pc:sldMkLst>
          <pc:docMk/>
          <pc:sldMk cId="2999686948" sldId="267"/>
        </pc:sldMkLst>
      </pc:sldChg>
      <pc:sldChg chg="del">
        <pc:chgData name="Иван Алешин" userId="811e2e97ab995316" providerId="Windows Live" clId="Web-{580EE46A-2C95-43D2-B67E-01C42086F90A}" dt="2026-03-13T08:40:08.080" v="287"/>
        <pc:sldMkLst>
          <pc:docMk/>
          <pc:sldMk cId="2651058474" sldId="268"/>
        </pc:sldMkLst>
      </pc:sldChg>
      <pc:sldChg chg="addSp delSp modSp">
        <pc:chgData name="Иван Алешин" userId="811e2e97ab995316" providerId="Windows Live" clId="Web-{580EE46A-2C95-43D2-B67E-01C42086F90A}" dt="2026-03-13T08:28:29.324" v="166" actId="1076"/>
        <pc:sldMkLst>
          <pc:docMk/>
          <pc:sldMk cId="3313450045" sldId="1509"/>
        </pc:sldMkLst>
        <pc:spChg chg="mod">
          <ac:chgData name="Иван Алешин" userId="811e2e97ab995316" providerId="Windows Live" clId="Web-{580EE46A-2C95-43D2-B67E-01C42086F90A}" dt="2026-03-13T08:28:29.324" v="166" actId="1076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580EE46A-2C95-43D2-B67E-01C42086F90A}" dt="2026-03-13T08:28:25.558" v="165" actId="1076"/>
          <ac:spMkLst>
            <pc:docMk/>
            <pc:sldMk cId="3313450045" sldId="1509"/>
            <ac:spMk id="3" creationId="{1A385359-5FD3-D5C8-1467-F7082543AA4C}"/>
          </ac:spMkLst>
        </pc:spChg>
        <pc:spChg chg="add del mod">
          <ac:chgData name="Иван Алешин" userId="811e2e97ab995316" providerId="Windows Live" clId="Web-{580EE46A-2C95-43D2-B67E-01C42086F90A}" dt="2026-03-13T08:26:43.752" v="159"/>
          <ac:spMkLst>
            <pc:docMk/>
            <pc:sldMk cId="3313450045" sldId="1509"/>
            <ac:spMk id="6" creationId="{1F36DE11-73FB-2739-6387-F9999FF1EBD5}"/>
          </ac:spMkLst>
        </pc:spChg>
        <pc:picChg chg="del">
          <ac:chgData name="Иван Алешин" userId="811e2e97ab995316" providerId="Windows Live" clId="Web-{580EE46A-2C95-43D2-B67E-01C42086F90A}" dt="2026-03-13T08:26:40.580" v="158"/>
          <ac:picMkLst>
            <pc:docMk/>
            <pc:sldMk cId="3313450045" sldId="1509"/>
            <ac:picMk id="5" creationId="{2E5B50B9-E58D-93E5-6072-B20B89B7A7EF}"/>
          </ac:picMkLst>
        </pc:picChg>
        <pc:picChg chg="add mod">
          <ac:chgData name="Иван Алешин" userId="811e2e97ab995316" providerId="Windows Live" clId="Web-{580EE46A-2C95-43D2-B67E-01C42086F90A}" dt="2026-03-13T08:28:18.119" v="162" actId="1076"/>
          <ac:picMkLst>
            <pc:docMk/>
            <pc:sldMk cId="3313450045" sldId="1509"/>
            <ac:picMk id="7" creationId="{F29C6130-FCD5-6F5C-6C13-925262D74513}"/>
          </ac:picMkLst>
        </pc:picChg>
      </pc:sldChg>
      <pc:sldChg chg="modSp del">
        <pc:chgData name="Иван Алешин" userId="811e2e97ab995316" providerId="Windows Live" clId="Web-{580EE46A-2C95-43D2-B67E-01C42086F90A}" dt="2026-03-13T08:06:15.962" v="76"/>
        <pc:sldMkLst>
          <pc:docMk/>
          <pc:sldMk cId="1471035344" sldId="1510"/>
        </pc:sldMkLst>
        <pc:spChg chg="mod">
          <ac:chgData name="Иван Алешин" userId="811e2e97ab995316" providerId="Windows Live" clId="Web-{580EE46A-2C95-43D2-B67E-01C42086F90A}" dt="2026-03-13T08:05:52.165" v="58" actId="20577"/>
          <ac:spMkLst>
            <pc:docMk/>
            <pc:sldMk cId="1471035344" sldId="1510"/>
            <ac:spMk id="2" creationId="{B2E133A0-1764-3DC0-A9D7-7733B04AFC75}"/>
          </ac:spMkLst>
        </pc:spChg>
      </pc:sldChg>
      <pc:sldChg chg="addSp modSp">
        <pc:chgData name="Иван Алешин" userId="811e2e97ab995316" providerId="Windows Live" clId="Web-{580EE46A-2C95-43D2-B67E-01C42086F90A}" dt="2026-03-13T08:33:39.063" v="231" actId="1076"/>
        <pc:sldMkLst>
          <pc:docMk/>
          <pc:sldMk cId="187927555" sldId="1511"/>
        </pc:sldMkLst>
        <pc:spChg chg="mod">
          <ac:chgData name="Иван Алешин" userId="811e2e97ab995316" providerId="Windows Live" clId="Web-{580EE46A-2C95-43D2-B67E-01C42086F90A}" dt="2026-03-13T08:33:39.063" v="231" actId="1076"/>
          <ac:spMkLst>
            <pc:docMk/>
            <pc:sldMk cId="187927555" sldId="1511"/>
            <ac:spMk id="2" creationId="{9BB750E1-014E-2F32-5FE0-025C27322ADF}"/>
          </ac:spMkLst>
        </pc:spChg>
        <pc:spChg chg="mod">
          <ac:chgData name="Иван Алешин" userId="811e2e97ab995316" providerId="Windows Live" clId="Web-{580EE46A-2C95-43D2-B67E-01C42086F90A}" dt="2026-03-13T08:33:24.890" v="229" actId="14100"/>
          <ac:spMkLst>
            <pc:docMk/>
            <pc:sldMk cId="187927555" sldId="1511"/>
            <ac:spMk id="3" creationId="{A36B70B6-B9DD-8293-E045-C9E0BE21FEB2}"/>
          </ac:spMkLst>
        </pc:spChg>
        <pc:picChg chg="add mod">
          <ac:chgData name="Иван Алешин" userId="811e2e97ab995316" providerId="Windows Live" clId="Web-{580EE46A-2C95-43D2-B67E-01C42086F90A}" dt="2026-03-13T08:33:20.609" v="228" actId="1076"/>
          <ac:picMkLst>
            <pc:docMk/>
            <pc:sldMk cId="187927555" sldId="1511"/>
            <ac:picMk id="4" creationId="{9AC1348A-9939-ED92-C987-8FE4F4ACE909}"/>
          </ac:picMkLst>
        </pc:picChg>
      </pc:sldChg>
      <pc:sldChg chg="del">
        <pc:chgData name="Иван Алешин" userId="811e2e97ab995316" providerId="Windows Live" clId="Web-{580EE46A-2C95-43D2-B67E-01C42086F90A}" dt="2026-03-13T08:33:56.611" v="232"/>
        <pc:sldMkLst>
          <pc:docMk/>
          <pc:sldMk cId="1384372434" sldId="1512"/>
        </pc:sldMkLst>
      </pc:sldChg>
      <pc:sldChg chg="del">
        <pc:chgData name="Иван Алешин" userId="811e2e97ab995316" providerId="Windows Live" clId="Web-{580EE46A-2C95-43D2-B67E-01C42086F90A}" dt="2026-03-13T08:06:35.056" v="78"/>
        <pc:sldMkLst>
          <pc:docMk/>
          <pc:sldMk cId="53001128" sldId="1513"/>
        </pc:sldMkLst>
      </pc:sldChg>
      <pc:sldChg chg="del">
        <pc:chgData name="Иван Алешин" userId="811e2e97ab995316" providerId="Windows Live" clId="Web-{580EE46A-2C95-43D2-B67E-01C42086F90A}" dt="2026-03-13T08:34:47.755" v="240"/>
        <pc:sldMkLst>
          <pc:docMk/>
          <pc:sldMk cId="3762730561" sldId="151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011" y="612563"/>
            <a:ext cx="7151962" cy="1104646"/>
          </a:xfrm>
        </p:spPr>
        <p:txBody>
          <a:bodyPr>
            <a:normAutofit/>
          </a:bodyPr>
          <a:lstStyle/>
          <a:p>
            <a:r>
              <a:rPr lang="en-US" sz="3600" dirty="0" err="1">
                <a:ea typeface="+mj-lt"/>
                <a:cs typeface="+mj-lt"/>
              </a:rPr>
              <a:t>Основание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Архангельска</a:t>
            </a:r>
            <a:r>
              <a:rPr lang="en-US" sz="3600" dirty="0">
                <a:ea typeface="+mj-lt"/>
                <a:cs typeface="+mj-lt"/>
              </a:rPr>
              <a:t> </a:t>
            </a:r>
            <a:br>
              <a:rPr lang="en-US" sz="3600" dirty="0">
                <a:ea typeface="+mj-lt"/>
                <a:cs typeface="+mj-lt"/>
              </a:rPr>
            </a:br>
            <a:endParaRPr lang="en-US" sz="3600" dirty="0">
              <a:ea typeface="+mj-lt"/>
              <a:cs typeface="+mj-lt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594" y="4863169"/>
            <a:ext cx="4206240" cy="1380744"/>
          </a:xfrm>
        </p:spPr>
        <p:txBody>
          <a:bodyPr/>
          <a:lstStyle/>
          <a:p>
            <a:r>
              <a:rPr lang="en-US" dirty="0"/>
              <a:t>ПИН-31 </a:t>
            </a:r>
            <a:r>
              <a:rPr lang="en-US" dirty="0" err="1"/>
              <a:t>Алешин</a:t>
            </a:r>
            <a:r>
              <a:rPr lang="en-US" dirty="0"/>
              <a:t> И.К.</a:t>
            </a:r>
          </a:p>
        </p:txBody>
      </p:sp>
      <p:pic>
        <p:nvPicPr>
          <p:cNvPr id="6" name="Рисунок 5" descr="Более 90 работ на тему «архангельск иллюстрации»: стоковые фото, картинки и  изображения royalty-free - iStock">
            <a:extLst>
              <a:ext uri="{FF2B5EF4-FFF2-40B4-BE49-F238E27FC236}">
                <a16:creationId xmlns:a16="http://schemas.microsoft.com/office/drawing/2014/main" id="{D9DBC825-54CA-CF7E-0046-720C9B9A8B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590" r="19590"/>
          <a:stretch/>
        </p:blipFill>
        <p:spPr>
          <a:xfrm>
            <a:off x="5700185" y="1636389"/>
            <a:ext cx="6104466" cy="4543424"/>
          </a:xfrm>
          <a:prstGeom prst="rect">
            <a:avLst/>
          </a:prstGeom>
          <a:blipFill dpi="0" rotWithShape="1">
            <a:blip r:embed="rId3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3CF5B9-60DF-D5F1-5B8F-48291318B352}"/>
              </a:ext>
            </a:extLst>
          </p:cNvPr>
          <p:cNvSpPr txBox="1"/>
          <p:nvPr/>
        </p:nvSpPr>
        <p:spPr>
          <a:xfrm>
            <a:off x="476250" y="2783416"/>
            <a:ext cx="465666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Neue Haas Grotesk Text Pro"/>
              </a:rPr>
              <a:t>Выход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Neue Haas Grotesk Text Pro"/>
              </a:rPr>
              <a:t>России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Neue Haas Grotesk Text Pro"/>
              </a:rPr>
              <a:t>на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Neue Haas Grotesk Text Pro"/>
              </a:rPr>
              <a:t>европейские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r>
              <a:rPr lang="ru-RU" sz="2800" b="0" i="0" dirty="0">
                <a:latin typeface="Neue Haas Grotesk Text Pro"/>
              </a:rPr>
              <a:t>​</a:t>
            </a:r>
            <a:endParaRPr lang="ru-RU" dirty="0">
              <a:solidFill>
                <a:srgbClr val="000000"/>
              </a:solidFill>
              <a:latin typeface="Neue Haas Grotesk Text Pro"/>
            </a:endParaRPr>
          </a:p>
          <a:p>
            <a:r>
              <a:rPr lang="en-US" sz="2800" i="0" u="none" strike="noStrike" baseline="0" dirty="0" err="1">
                <a:solidFill>
                  <a:srgbClr val="000000"/>
                </a:solidFill>
                <a:latin typeface="Neue Haas Grotesk Text Pro"/>
              </a:rPr>
              <a:t>морские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r>
              <a:rPr lang="ru-RU" sz="2800" b="0" i="0" dirty="0">
                <a:latin typeface="Neue Haas Grotesk Text Pro"/>
              </a:rPr>
              <a:t>​</a:t>
            </a:r>
            <a:br>
              <a:rPr lang="ru-RU" sz="2800" b="0" i="0" dirty="0">
                <a:latin typeface="Neue Haas Grotesk Text Pro"/>
              </a:rPr>
            </a:br>
            <a:r>
              <a:rPr lang="en-US" sz="2800" i="0" u="none" strike="noStrike" baseline="0" dirty="0" err="1">
                <a:solidFill>
                  <a:srgbClr val="000000"/>
                </a:solidFill>
                <a:latin typeface="Neue Haas Grotesk Text Pro"/>
              </a:rPr>
              <a:t>торговые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Neue Haas Grotesk Text Pro"/>
              </a:rPr>
              <a:t>пути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Neue Haas Grotesk Text Pro"/>
              </a:rPr>
              <a:t> 1584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Neue Haas Grotesk Text Pro"/>
              </a:rPr>
              <a:t>год</a:t>
            </a:r>
            <a:r>
              <a:rPr lang="ru-RU" sz="2800" b="0" i="0" dirty="0">
                <a:latin typeface="Neue Haas Grotesk Text Pro"/>
              </a:rPr>
              <a:t>​</a:t>
            </a:r>
            <a:endParaRPr lang="ru-RU"/>
          </a:p>
          <a:p>
            <a:pPr algn="ctr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647" y="-373059"/>
            <a:ext cx="8467558" cy="1554480"/>
          </a:xfrm>
        </p:spPr>
        <p:txBody>
          <a:bodyPr>
            <a:normAutofit/>
          </a:bodyPr>
          <a:lstStyle/>
          <a:p>
            <a:r>
              <a:rPr lang="en-US" sz="3600" dirty="0" err="1"/>
              <a:t>Предистория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1508360"/>
            <a:ext cx="6869475" cy="4494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1553 </a:t>
            </a:r>
            <a:r>
              <a:rPr lang="en-US" dirty="0" err="1">
                <a:ea typeface="+mn-lt"/>
                <a:cs typeface="+mn-lt"/>
              </a:rPr>
              <a:t>год</a:t>
            </a:r>
            <a:r>
              <a:rPr lang="en-US" dirty="0">
                <a:ea typeface="+mn-lt"/>
                <a:cs typeface="+mn-lt"/>
              </a:rPr>
              <a:t> — </a:t>
            </a:r>
            <a:r>
              <a:rPr lang="en-US" dirty="0" err="1">
                <a:ea typeface="+mn-lt"/>
                <a:cs typeface="+mn-lt"/>
              </a:rPr>
              <a:t>английский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корабль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Ричарда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Ченслера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случайно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достиг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берегов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России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через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Белое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море</a:t>
            </a:r>
            <a:endParaRPr lang="ru-RU" dirty="0" err="1"/>
          </a:p>
          <a:p>
            <a:r>
              <a:rPr lang="en-US" dirty="0" err="1">
                <a:ea typeface="+mn-lt"/>
                <a:cs typeface="+mn-lt"/>
              </a:rPr>
              <a:t>Встреча</a:t>
            </a:r>
            <a:r>
              <a:rPr lang="en-US" dirty="0">
                <a:ea typeface="+mn-lt"/>
                <a:cs typeface="+mn-lt"/>
              </a:rPr>
              <a:t> с </a:t>
            </a:r>
            <a:r>
              <a:rPr lang="en-US" dirty="0" err="1">
                <a:ea typeface="+mn-lt"/>
                <a:cs typeface="+mn-lt"/>
              </a:rPr>
              <a:t>Иваном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Грозным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начало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англо-русской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торговли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1555 </a:t>
            </a:r>
            <a:r>
              <a:rPr lang="en-US" dirty="0" err="1">
                <a:ea typeface="+mn-lt"/>
                <a:cs typeface="+mn-lt"/>
              </a:rPr>
              <a:t>год</a:t>
            </a:r>
            <a:r>
              <a:rPr lang="en-US" dirty="0">
                <a:ea typeface="+mn-lt"/>
                <a:cs typeface="+mn-lt"/>
              </a:rPr>
              <a:t> — </a:t>
            </a:r>
            <a:r>
              <a:rPr lang="en-US" dirty="0" err="1">
                <a:ea typeface="+mn-lt"/>
                <a:cs typeface="+mn-lt"/>
              </a:rPr>
              <a:t>основана</a:t>
            </a:r>
            <a:r>
              <a:rPr lang="en-US" dirty="0">
                <a:ea typeface="+mn-lt"/>
                <a:cs typeface="+mn-lt"/>
              </a:rPr>
              <a:t> «</a:t>
            </a:r>
            <a:r>
              <a:rPr lang="en-US" dirty="0" err="1">
                <a:ea typeface="+mn-lt"/>
                <a:cs typeface="+mn-lt"/>
              </a:rPr>
              <a:t>Московская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компания</a:t>
            </a:r>
            <a:r>
              <a:rPr lang="en-US" dirty="0">
                <a:ea typeface="+mn-lt"/>
                <a:cs typeface="+mn-lt"/>
              </a:rPr>
              <a:t>» (Muscovy Company)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Торговля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шла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через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устье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Северной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Двины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без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постоянного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порта</a:t>
            </a:r>
            <a:endParaRPr lang="en-US" dirty="0" err="1"/>
          </a:p>
          <a:p>
            <a:endParaRPr lang="en-US" dirty="0"/>
          </a:p>
        </p:txBody>
      </p:sp>
      <p:pic>
        <p:nvPicPr>
          <p:cNvPr id="6" name="Рисунок 5" descr="Московская компания — Википедия">
            <a:extLst>
              <a:ext uri="{FF2B5EF4-FFF2-40B4-BE49-F238E27FC236}">
                <a16:creationId xmlns:a16="http://schemas.microsoft.com/office/drawing/2014/main" id="{6E996511-FE6D-2871-7FD2-41B8594A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183" y="1511830"/>
            <a:ext cx="4633384" cy="383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2874"/>
            <a:ext cx="6551083" cy="93268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ea typeface="+mj-lt"/>
                <a:cs typeface="+mj-lt"/>
              </a:rPr>
              <a:t>1584: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 err="1">
                <a:ea typeface="+mj-lt"/>
                <a:cs typeface="+mj-lt"/>
              </a:rPr>
              <a:t>основание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города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719411"/>
            <a:ext cx="5037666" cy="503639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1584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год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—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по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указу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Ивана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Грозного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заложен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город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Новые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Холмогоры</a:t>
            </a:r>
            <a:endParaRPr lang="ru-RU"/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Позже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переименован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в </a:t>
            </a:r>
            <a:r>
              <a:rPr lang="en-US" b="1" dirty="0" err="1">
                <a:solidFill>
                  <a:srgbClr val="000000"/>
                </a:solidFill>
                <a:ea typeface="+mn-lt"/>
                <a:cs typeface="+mn-lt"/>
              </a:rPr>
              <a:t>Архангельск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—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по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имени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местного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монастыря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Первый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специально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построенный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морской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торговый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порт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России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Стратегическое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место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устье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Северной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Двины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выход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Белое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море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→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Атлантика</a:t>
            </a:r>
            <a:endParaRPr lang="en-US"/>
          </a:p>
          <a:p>
            <a:pPr marL="0" indent="0">
              <a:lnSpc>
                <a:spcPts val="3375"/>
              </a:lnSpc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7" name="Рисунок 6" descr="Северная Двина — первая улица Архангельска">
            <a:extLst>
              <a:ext uri="{FF2B5EF4-FFF2-40B4-BE49-F238E27FC236}">
                <a16:creationId xmlns:a16="http://schemas.microsoft.com/office/drawing/2014/main" id="{F29C6130-FCD5-6F5C-6C13-925262D74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563" y="435504"/>
            <a:ext cx="6037791" cy="597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10" y="739873"/>
            <a:ext cx="5486315" cy="4940661"/>
          </a:xfrm>
        </p:spPr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торговали</a:t>
            </a:r>
            <a:endParaRPr lang="ru-RU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1996" y="1713539"/>
            <a:ext cx="5767917" cy="539082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 err="1">
                <a:ea typeface="+mn-lt"/>
                <a:cs typeface="+mn-lt"/>
              </a:rPr>
              <a:t>Россия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экспортировала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пушнину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лён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конопляное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волокно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смолу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воск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кожу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зерно</a:t>
            </a:r>
            <a:endParaRPr lang="ru-RU"/>
          </a:p>
          <a:p>
            <a:pPr>
              <a:buNone/>
            </a:pPr>
            <a:r>
              <a:rPr lang="en-US" b="1" dirty="0" err="1">
                <a:ea typeface="+mn-lt"/>
                <a:cs typeface="+mn-lt"/>
              </a:rPr>
              <a:t>Россия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импортировала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сукно</a:t>
            </a:r>
            <a:r>
              <a:rPr lang="en-US" b="0" i="0" u="none" strike="noStrike" dirty="0">
                <a:effectLst/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оружие</a:t>
            </a:r>
            <a:r>
              <a:rPr lang="en-US" b="0" i="0" u="none" strike="noStrike" dirty="0">
                <a:effectLst/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металлы</a:t>
            </a:r>
            <a:r>
              <a:rPr lang="en-US" b="0" i="0" u="none" strike="noStrike" dirty="0">
                <a:effectLst/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пряности</a:t>
            </a:r>
            <a:r>
              <a:rPr lang="en-US" b="0" i="0" u="none" strike="noStrike" dirty="0">
                <a:effectLst/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предметы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роскоши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Ежегодно</a:t>
            </a:r>
            <a:r>
              <a:rPr lang="en-US" dirty="0">
                <a:ea typeface="+mn-lt"/>
                <a:cs typeface="+mn-lt"/>
              </a:rPr>
              <a:t> в </a:t>
            </a:r>
            <a:r>
              <a:rPr lang="en-US" dirty="0" err="1">
                <a:ea typeface="+mn-lt"/>
                <a:cs typeface="+mn-lt"/>
              </a:rPr>
              <a:t>Архангельск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приходило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20–40 </a:t>
            </a:r>
            <a:r>
              <a:rPr lang="en-US" b="1" dirty="0" err="1">
                <a:ea typeface="+mn-lt"/>
                <a:cs typeface="+mn-lt"/>
              </a:rPr>
              <a:t>иностранных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судов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Главные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партнёры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Англия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Нидерланды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Торговля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шла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напрямую</a:t>
            </a:r>
            <a:r>
              <a:rPr lang="en-US" dirty="0">
                <a:ea typeface="+mn-lt"/>
                <a:cs typeface="+mn-lt"/>
              </a:rPr>
              <a:t> — </a:t>
            </a:r>
            <a:r>
              <a:rPr lang="en-US" dirty="0" err="1">
                <a:ea typeface="+mn-lt"/>
                <a:cs typeface="+mn-lt"/>
              </a:rPr>
              <a:t>без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польских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шведских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посредников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None/>
            </a:pPr>
            <a:endParaRPr lang="en-US" b="1" dirty="0"/>
          </a:p>
        </p:txBody>
      </p:sp>
      <p:pic>
        <p:nvPicPr>
          <p:cNvPr id="4" name="Рисунок 3" descr="This was Russia's only 'window' into Europe for centuries">
            <a:extLst>
              <a:ext uri="{FF2B5EF4-FFF2-40B4-BE49-F238E27FC236}">
                <a16:creationId xmlns:a16="http://schemas.microsoft.com/office/drawing/2014/main" id="{9AC1348A-9939-ED92-C987-8FE4F4ACE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66" y="2010834"/>
            <a:ext cx="5228168" cy="367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53" y="203623"/>
            <a:ext cx="7602686" cy="932688"/>
          </a:xfrm>
        </p:spPr>
        <p:txBody>
          <a:bodyPr anchor="b">
            <a:normAutofit/>
          </a:bodyPr>
          <a:lstStyle/>
          <a:p>
            <a:r>
              <a:rPr lang="en-US" sz="3600" dirty="0" err="1"/>
              <a:t>Значение</a:t>
            </a:r>
            <a:r>
              <a:rPr lang="en-US" sz="3600" dirty="0"/>
              <a:t> </a:t>
            </a:r>
            <a:r>
              <a:rPr lang="en-US" sz="3600" dirty="0" err="1"/>
              <a:t>для</a:t>
            </a:r>
            <a:r>
              <a:rPr lang="en-US" sz="3600" dirty="0"/>
              <a:t> </a:t>
            </a:r>
            <a:r>
              <a:rPr lang="en-US" sz="3600" dirty="0" err="1"/>
              <a:t>России</a:t>
            </a:r>
            <a:endParaRPr lang="ru-RU" sz="3600"/>
          </a:p>
        </p:txBody>
      </p:sp>
      <p:pic>
        <p:nvPicPr>
          <p:cNvPr id="3" name="Рисунок 2" descr="Изображение выглядит как на открытом воздухе, человек, плакат, карти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15A031-0D13-0EEE-BC1F-034F3B3E0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4" y="1438199"/>
            <a:ext cx="6492240" cy="4934102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n-US" err="1"/>
              <a:t>Архангельск</a:t>
            </a:r>
            <a:r>
              <a:rPr lang="en-US"/>
              <a:t> — </a:t>
            </a:r>
            <a:r>
              <a:rPr lang="en-US" b="1" err="1"/>
              <a:t>единственный</a:t>
            </a:r>
            <a:r>
              <a:rPr lang="en-US" b="1"/>
              <a:t> </a:t>
            </a:r>
            <a:r>
              <a:rPr lang="en-US" b="1" err="1"/>
              <a:t>морской</a:t>
            </a:r>
            <a:r>
              <a:rPr lang="en-US" b="1"/>
              <a:t> </a:t>
            </a:r>
            <a:r>
              <a:rPr lang="en-US" b="1" err="1"/>
              <a:t>порт</a:t>
            </a:r>
            <a:r>
              <a:rPr lang="en-US"/>
              <a:t> </a:t>
            </a:r>
            <a:r>
              <a:rPr lang="en-US" err="1"/>
              <a:t>России</a:t>
            </a:r>
            <a:r>
              <a:rPr lang="en-US"/>
              <a:t> </a:t>
            </a:r>
            <a:r>
              <a:rPr lang="en-US" err="1"/>
              <a:t>вплоть</a:t>
            </a:r>
            <a:r>
              <a:rPr lang="en-US"/>
              <a:t> </a:t>
            </a:r>
            <a:r>
              <a:rPr lang="en-US" err="1"/>
              <a:t>до</a:t>
            </a:r>
            <a:r>
              <a:rPr lang="en-US"/>
              <a:t> </a:t>
            </a:r>
            <a:r>
              <a:rPr lang="en-US" err="1"/>
              <a:t>основания</a:t>
            </a:r>
            <a:r>
              <a:rPr lang="en-US"/>
              <a:t> </a:t>
            </a:r>
            <a:r>
              <a:rPr lang="en-US" err="1"/>
              <a:t>Санкт-Петербурга</a:t>
            </a:r>
            <a:r>
              <a:rPr lang="en-US"/>
              <a:t> (1703)</a:t>
            </a:r>
            <a:endParaRPr lang="ru-RU"/>
          </a:p>
          <a:p>
            <a:pPr>
              <a:buFont typeface="Arial"/>
              <a:buChar char="•"/>
            </a:pPr>
            <a:r>
              <a:rPr lang="en-US" err="1"/>
              <a:t>Более</a:t>
            </a:r>
            <a:r>
              <a:rPr lang="en-US"/>
              <a:t> </a:t>
            </a:r>
            <a:r>
              <a:rPr lang="en-US" b="1"/>
              <a:t>100 </a:t>
            </a:r>
            <a:r>
              <a:rPr lang="en-US" b="1" err="1"/>
              <a:t>лет</a:t>
            </a:r>
            <a:r>
              <a:rPr lang="en-US"/>
              <a:t> — </a:t>
            </a:r>
            <a:r>
              <a:rPr lang="en-US" err="1"/>
              <a:t>главные</a:t>
            </a:r>
            <a:r>
              <a:rPr lang="en-US"/>
              <a:t> «</a:t>
            </a:r>
            <a:r>
              <a:rPr lang="en-US" err="1"/>
              <a:t>морские</a:t>
            </a:r>
            <a:r>
              <a:rPr lang="en-US"/>
              <a:t> </a:t>
            </a:r>
            <a:r>
              <a:rPr lang="en-US" err="1"/>
              <a:t>ворота</a:t>
            </a:r>
            <a:r>
              <a:rPr lang="en-US"/>
              <a:t>» </a:t>
            </a:r>
            <a:r>
              <a:rPr lang="en-US" err="1"/>
              <a:t>страны</a:t>
            </a:r>
          </a:p>
          <a:p>
            <a:pPr>
              <a:buFont typeface="Arial"/>
              <a:buChar char="•"/>
            </a:pPr>
            <a:r>
              <a:rPr lang="en-US" err="1"/>
              <a:t>Заложил</a:t>
            </a:r>
            <a:r>
              <a:rPr lang="en-US"/>
              <a:t> </a:t>
            </a:r>
            <a:r>
              <a:rPr lang="en-US" err="1"/>
              <a:t>основу</a:t>
            </a:r>
            <a:r>
              <a:rPr lang="en-US"/>
              <a:t> </a:t>
            </a:r>
            <a:r>
              <a:rPr lang="en-US" err="1"/>
              <a:t>государственной</a:t>
            </a:r>
            <a:r>
              <a:rPr lang="en-US"/>
              <a:t> </a:t>
            </a:r>
            <a:r>
              <a:rPr lang="en-US" err="1"/>
              <a:t>таможни</a:t>
            </a:r>
            <a:r>
              <a:rPr lang="en-US"/>
              <a:t> и </a:t>
            </a:r>
            <a:r>
              <a:rPr lang="en-US" err="1"/>
              <a:t>торговой</a:t>
            </a:r>
            <a:r>
              <a:rPr lang="en-US"/>
              <a:t> </a:t>
            </a:r>
            <a:r>
              <a:rPr lang="en-US" err="1"/>
              <a:t>дипломатии</a:t>
            </a:r>
          </a:p>
          <a:p>
            <a:pPr>
              <a:buFont typeface="Arial"/>
              <a:buChar char="•"/>
            </a:pPr>
            <a:r>
              <a:rPr lang="en-US" err="1"/>
              <a:t>Пётр</a:t>
            </a:r>
            <a:r>
              <a:rPr lang="en-US"/>
              <a:t> I </a:t>
            </a:r>
            <a:r>
              <a:rPr lang="en-US" err="1"/>
              <a:t>учился</a:t>
            </a:r>
            <a:r>
              <a:rPr lang="en-US"/>
              <a:t> </a:t>
            </a:r>
            <a:r>
              <a:rPr lang="en-US" err="1"/>
              <a:t>кораблестроению</a:t>
            </a:r>
            <a:r>
              <a:rPr lang="en-US"/>
              <a:t> </a:t>
            </a:r>
            <a:r>
              <a:rPr lang="en-US" err="1"/>
              <a:t>именно</a:t>
            </a:r>
            <a:r>
              <a:rPr lang="en-US"/>
              <a:t> в </a:t>
            </a:r>
            <a:r>
              <a:rPr lang="en-US" err="1"/>
              <a:t>Архангельске</a:t>
            </a:r>
            <a:r>
              <a:rPr lang="en-US"/>
              <a:t> (1693–1694)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656050"/>
            <a:ext cx="3657603" cy="1453896"/>
          </a:xfrm>
        </p:spPr>
        <p:txBody>
          <a:bodyPr>
            <a:noAutofit/>
          </a:bodyPr>
          <a:lstStyle/>
          <a:p>
            <a:r>
              <a:rPr lang="en-US" sz="3600" dirty="0" err="1"/>
              <a:t>Вывод</a:t>
            </a:r>
            <a:endParaRPr lang="ru-RU" dirty="0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9084" y="1851025"/>
            <a:ext cx="4857221" cy="376978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Независимость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от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торговых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посредников</a:t>
            </a:r>
            <a:endParaRPr lang="ru-RU" sz="2400"/>
          </a:p>
          <a:p>
            <a:pPr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Прямой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контакт</a:t>
            </a:r>
            <a:r>
              <a:rPr lang="en-US" sz="2400" dirty="0">
                <a:ea typeface="+mn-lt"/>
                <a:cs typeface="+mn-lt"/>
              </a:rPr>
              <a:t> с </a:t>
            </a:r>
            <a:r>
              <a:rPr lang="en-US" sz="2400" dirty="0" err="1">
                <a:ea typeface="+mn-lt"/>
                <a:cs typeface="+mn-lt"/>
              </a:rPr>
              <a:t>европейской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экономикой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Фундамент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для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морской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политики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Петра</a:t>
            </a:r>
            <a:r>
              <a:rPr lang="en-US" sz="2400" dirty="0">
                <a:ea typeface="+mn-lt"/>
                <a:cs typeface="+mn-lt"/>
              </a:rPr>
              <a:t> I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Рисунок 6" descr="Архангельский морской торговый порт — ворота в Арктику: gelio — LiveJournal">
            <a:extLst>
              <a:ext uri="{FF2B5EF4-FFF2-40B4-BE49-F238E27FC236}">
                <a16:creationId xmlns:a16="http://schemas.microsoft.com/office/drawing/2014/main" id="{3CDC4D1A-96CC-42C4-5D99-D2149DD9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10" y="1852082"/>
            <a:ext cx="6181296" cy="409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Delivering with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67315" y="2760556"/>
            <a:ext cx="8266176" cy="5605272"/>
          </a:xfrm>
        </p:spPr>
        <p:txBody>
          <a:bodyPr/>
          <a:lstStyle/>
          <a:p>
            <a:pPr algn="ctr"/>
            <a:r>
              <a:rPr lang="en-US" dirty="0" err="1"/>
              <a:t>Спасибо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 </a:t>
            </a:r>
            <a:r>
              <a:rPr lang="en-US" dirty="0" err="1"/>
              <a:t>внимание</a:t>
            </a:r>
            <a:r>
              <a:rPr lang="en-US" dirty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29CA71-ACFA-46CC-8E61-4A5AB670DDE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10C717-93EF-4D86-BF6E-244725B73F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9F7478-D48A-4FC3-A70B-05B704278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521</Words>
  <Application>Microsoft Office PowerPoint</Application>
  <PresentationFormat>Широкоэкранный</PresentationFormat>
  <Paragraphs>76</Paragraphs>
  <Slides>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Helena</vt:lpstr>
      <vt:lpstr>Основание Архангельска  </vt:lpstr>
      <vt:lpstr>Предистория</vt:lpstr>
      <vt:lpstr>1584: основание города</vt:lpstr>
      <vt:lpstr>Что и как торговали</vt:lpstr>
      <vt:lpstr>Значение для России</vt:lpstr>
      <vt:lpstr>Вывод</vt:lpstr>
      <vt:lpstr>Delivering with confidence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151</cp:revision>
  <dcterms:created xsi:type="dcterms:W3CDTF">2026-03-13T07:45:16Z</dcterms:created>
  <dcterms:modified xsi:type="dcterms:W3CDTF">2026-03-13T08:41:49Z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