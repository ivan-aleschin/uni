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1509" r:id="rId7"/>
    <p:sldId id="1511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B12A37-3F8E-34E9-6C82-3E63E56D714C}" v="147" dt="2026-04-10T07:34:21.1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-1694" y="-6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ван Алешин" userId="811e2e97ab995316" providerId="Windows Live" clId="Web-{1DE415E9-2B93-7718-A808-C5C85A4E5E92}"/>
    <pc:docChg chg="addSld modSld sldOrd">
      <pc:chgData name="Иван Алешин" userId="811e2e97ab995316" providerId="Windows Live" clId="Web-{1DE415E9-2B93-7718-A808-C5C85A4E5E92}" dt="2026-03-20T09:54:32.627" v="193"/>
      <pc:docMkLst>
        <pc:docMk/>
      </pc:docMkLst>
      <pc:sldChg chg="addSp delSp modSp">
        <pc:chgData name="Иван Алешин" userId="811e2e97ab995316" providerId="Windows Live" clId="Web-{1DE415E9-2B93-7718-A808-C5C85A4E5E92}" dt="2026-03-20T09:54:14.580" v="190" actId="1076"/>
        <pc:sldMkLst>
          <pc:docMk/>
          <pc:sldMk cId="3069965530" sldId="256"/>
        </pc:sldMkLst>
        <pc:spChg chg="mod">
          <ac:chgData name="Иван Алешин" userId="811e2e97ab995316" providerId="Windows Live" clId="Web-{1DE415E9-2B93-7718-A808-C5C85A4E5E92}" dt="2026-03-20T09:31:40.771" v="1" actId="20577"/>
          <ac:spMkLst>
            <pc:docMk/>
            <pc:sldMk cId="3069965530" sldId="256"/>
            <ac:spMk id="4" creationId="{86D321A2-65AC-4C18-CA75-0FB5084CA306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54:32.627" v="193"/>
        <pc:sldMkLst>
          <pc:docMk/>
          <pc:sldMk cId="4216523365" sldId="257"/>
        </pc:sldMkLst>
        <pc:spChg chg="mod">
          <ac:chgData name="Иван Алешин" userId="811e2e97ab995316" providerId="Windows Live" clId="Web-{1DE415E9-2B93-7718-A808-C5C85A4E5E92}" dt="2026-03-20T09:54:15.517" v="191"/>
          <ac:spMkLst>
            <pc:docMk/>
            <pc:sldMk cId="4216523365" sldId="257"/>
            <ac:spMk id="2" creationId="{93B255C6-1E2E-E4BD-2E9F-B3321C22A292}"/>
          </ac:spMkLst>
        </pc:spChg>
        <pc:spChg chg="mod ord">
          <ac:chgData name="Иван Алешин" userId="811e2e97ab995316" providerId="Windows Live" clId="Web-{1DE415E9-2B93-7718-A808-C5C85A4E5E92}" dt="2026-03-20T09:54:15.517" v="191"/>
          <ac:spMkLst>
            <pc:docMk/>
            <pc:sldMk cId="4216523365" sldId="257"/>
            <ac:spMk id="3" creationId="{432C04E6-B771-F1FA-85F4-B7984DE55A8E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47:38.899" v="137"/>
        <pc:sldMkLst>
          <pc:docMk/>
          <pc:sldMk cId="1941379388" sldId="263"/>
        </pc:sldMkLst>
        <pc:spChg chg="mod">
          <ac:chgData name="Иван Алешин" userId="811e2e97ab995316" providerId="Windows Live" clId="Web-{1DE415E9-2B93-7718-A808-C5C85A4E5E92}" dt="2026-03-20T09:47:38.899" v="137"/>
          <ac:spMkLst>
            <pc:docMk/>
            <pc:sldMk cId="1941379388" sldId="263"/>
            <ac:spMk id="2" creationId="{90979F20-7FE0-9464-CC8C-AAB74EE175D5}"/>
          </ac:spMkLst>
        </pc:spChg>
        <pc:spChg chg="mod">
          <ac:chgData name="Иван Алешин" userId="811e2e97ab995316" providerId="Windows Live" clId="Web-{1DE415E9-2B93-7718-A808-C5C85A4E5E92}" dt="2026-03-20T09:47:38.899" v="137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49:35.950" v="152"/>
        <pc:sldMkLst>
          <pc:docMk/>
          <pc:sldMk cId="3599844030" sldId="265"/>
        </pc:sldMkLst>
        <pc:spChg chg="mod">
          <ac:chgData name="Иван Алешин" userId="811e2e97ab995316" providerId="Windows Live" clId="Web-{1DE415E9-2B93-7718-A808-C5C85A4E5E92}" dt="2026-03-20T09:49:35.950" v="152"/>
          <ac:spMkLst>
            <pc:docMk/>
            <pc:sldMk cId="3599844030" sldId="265"/>
            <ac:spMk id="2" creationId="{99120F23-1809-2CC4-1A94-F826616D2DF4}"/>
          </ac:spMkLst>
        </pc:spChg>
        <pc:spChg chg="mod ord">
          <ac:chgData name="Иван Алешин" userId="811e2e97ab995316" providerId="Windows Live" clId="Web-{1DE415E9-2B93-7718-A808-C5C85A4E5E92}" dt="2026-03-20T09:49:35.950" v="152"/>
          <ac:spMkLst>
            <pc:docMk/>
            <pc:sldMk cId="3599844030" sldId="265"/>
            <ac:spMk id="4" creationId="{CBAD71A6-1036-A099-9BDF-27C11F75648B}"/>
          </ac:spMkLst>
        </pc:spChg>
      </pc:sldChg>
      <pc:sldChg chg="addSp delSp modSp">
        <pc:chgData name="Иван Алешин" userId="811e2e97ab995316" providerId="Windows Live" clId="Web-{1DE415E9-2B93-7718-A808-C5C85A4E5E92}" dt="2026-03-20T09:42:50.102" v="90" actId="20577"/>
        <pc:sldMkLst>
          <pc:docMk/>
          <pc:sldMk cId="3313450045" sldId="1509"/>
        </pc:sldMkLst>
        <pc:spChg chg="mod">
          <ac:chgData name="Иван Алешин" userId="811e2e97ab995316" providerId="Windows Live" clId="Web-{1DE415E9-2B93-7718-A808-C5C85A4E5E92}" dt="2026-03-20T09:41:17.234" v="80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1DE415E9-2B93-7718-A808-C5C85A4E5E92}" dt="2026-03-20T09:42:50.102" v="90" actId="20577"/>
          <ac:spMkLst>
            <pc:docMk/>
            <pc:sldMk cId="3313450045" sldId="1509"/>
            <ac:spMk id="3" creationId="{1A385359-5FD3-D5C8-1467-F7082543AA4C}"/>
          </ac:spMkLst>
        </pc:spChg>
      </pc:sldChg>
      <pc:sldChg chg="addSp delSp modSp mod modClrScheme chgLayout">
        <pc:chgData name="Иван Алешин" userId="811e2e97ab995316" providerId="Windows Live" clId="Web-{1DE415E9-2B93-7718-A808-C5C85A4E5E92}" dt="2026-03-20T09:45:12.690" v="115" actId="20577"/>
        <pc:sldMkLst>
          <pc:docMk/>
          <pc:sldMk cId="187927555" sldId="1511"/>
        </pc:sldMkLst>
        <pc:spChg chg="mod">
          <ac:chgData name="Иван Алешин" userId="811e2e97ab995316" providerId="Windows Live" clId="Web-{1DE415E9-2B93-7718-A808-C5C85A4E5E92}" dt="2026-03-20T09:44:49.017" v="111"/>
          <ac:spMkLst>
            <pc:docMk/>
            <pc:sldMk cId="187927555" sldId="1511"/>
            <ac:spMk id="2" creationId="{9BB750E1-014E-2F32-5FE0-025C27322ADF}"/>
          </ac:spMkLst>
        </pc:spChg>
        <pc:spChg chg="mod ord">
          <ac:chgData name="Иван Алешин" userId="811e2e97ab995316" providerId="Windows Live" clId="Web-{1DE415E9-2B93-7718-A808-C5C85A4E5E92}" dt="2026-03-20T09:45:12.690" v="115" actId="20577"/>
          <ac:spMkLst>
            <pc:docMk/>
            <pc:sldMk cId="187927555" sldId="1511"/>
            <ac:spMk id="6" creationId="{D28E12FF-198B-8BB7-1E0C-028E8A1AC927}"/>
          </ac:spMkLst>
        </pc:spChg>
      </pc:sldChg>
      <pc:sldChg chg="addSp delSp modSp">
        <pc:chgData name="Иван Алешин" userId="811e2e97ab995316" providerId="Windows Live" clId="Web-{1DE415E9-2B93-7718-A808-C5C85A4E5E92}" dt="2026-03-20T09:53:24.376" v="185"/>
        <pc:sldMkLst>
          <pc:docMk/>
          <pc:sldMk cId="2550444143" sldId="1512"/>
        </pc:sldMkLst>
        <pc:spChg chg="mod">
          <ac:chgData name="Иван Алешин" userId="811e2e97ab995316" providerId="Windows Live" clId="Web-{1DE415E9-2B93-7718-A808-C5C85A4E5E92}" dt="2026-03-20T09:53:24.376" v="185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1DE415E9-2B93-7718-A808-C5C85A4E5E92}" dt="2026-03-20T09:53:24.376" v="185"/>
          <ac:spMkLst>
            <pc:docMk/>
            <pc:sldMk cId="2550444143" sldId="1512"/>
            <ac:spMk id="4" creationId="{70B1604B-6628-8D00-F85F-A92A551F45B7}"/>
          </ac:spMkLst>
        </pc:spChg>
        <pc:picChg chg="add mod">
          <ac:chgData name="Иван Алешин" userId="811e2e97ab995316" providerId="Windows Live" clId="Web-{1DE415E9-2B93-7718-A808-C5C85A4E5E92}" dt="2026-03-20T09:53:24.376" v="185"/>
          <ac:picMkLst>
            <pc:docMk/>
            <pc:sldMk cId="2550444143" sldId="1512"/>
            <ac:picMk id="3" creationId="{A11FD43C-F262-77C7-B80C-35B2EA875B62}"/>
          </ac:picMkLst>
        </pc:picChg>
      </pc:sldChg>
      <pc:sldChg chg="addSp delSp modSp add mod ord replId modClrScheme chgLayout">
        <pc:chgData name="Иван Алешин" userId="811e2e97ab995316" providerId="Windows Live" clId="Web-{1DE415E9-2B93-7718-A808-C5C85A4E5E92}" dt="2026-03-20T09:51:56.234" v="179"/>
        <pc:sldMkLst>
          <pc:docMk/>
          <pc:sldMk cId="1037182923" sldId="1513"/>
        </pc:sldMkLst>
        <pc:spChg chg="mod">
          <ac:chgData name="Иван Алешин" userId="811e2e97ab995316" providerId="Windows Live" clId="Web-{1DE415E9-2B93-7718-A808-C5C85A4E5E92}" dt="2026-03-20T09:51:56.234" v="179"/>
          <ac:spMkLst>
            <pc:docMk/>
            <pc:sldMk cId="1037182923" sldId="1513"/>
            <ac:spMk id="2" creationId="{8CE77988-4F39-40FC-37C6-96110FEDEDC5}"/>
          </ac:spMkLst>
        </pc:spChg>
        <pc:spChg chg="mod">
          <ac:chgData name="Иван Алешин" userId="811e2e97ab995316" providerId="Windows Live" clId="Web-{1DE415E9-2B93-7718-A808-C5C85A4E5E92}" dt="2026-03-20T09:51:56.234" v="179"/>
          <ac:spMkLst>
            <pc:docMk/>
            <pc:sldMk cId="1037182923" sldId="1513"/>
            <ac:spMk id="4" creationId="{9339F3B2-A24B-9E1C-F0AD-157F3233350F}"/>
          </ac:spMkLst>
        </pc:spChg>
        <pc:picChg chg="add mod">
          <ac:chgData name="Иван Алешин" userId="811e2e97ab995316" providerId="Windows Live" clId="Web-{1DE415E9-2B93-7718-A808-C5C85A4E5E92}" dt="2026-03-20T09:51:56.234" v="179"/>
          <ac:picMkLst>
            <pc:docMk/>
            <pc:sldMk cId="1037182923" sldId="1513"/>
            <ac:picMk id="5" creationId="{825D800E-7B8B-CF80-18AC-1BCB6662A0FD}"/>
          </ac:picMkLst>
        </pc:picChg>
      </pc:sldChg>
    </pc:docChg>
  </pc:docChgLst>
  <pc:docChgLst>
    <pc:chgData name="Иван Алешин" userId="811e2e97ab995316" providerId="Windows Live" clId="Web-{F35897DF-6DBB-33A0-E574-40E6FB0A6FBF}"/>
    <pc:docChg chg="addSld modSld">
      <pc:chgData name="Иван Алешин" userId="811e2e97ab995316" providerId="Windows Live" clId="Web-{F35897DF-6DBB-33A0-E574-40E6FB0A6FBF}" dt="2026-03-20T08:53:24.425" v="219" actId="1076"/>
      <pc:docMkLst>
        <pc:docMk/>
      </pc:docMkLst>
      <pc:sldChg chg="addSp delSp modSp mod modClrScheme chgLayout">
        <pc:chgData name="Иван Алешин" userId="811e2e97ab995316" providerId="Windows Live" clId="Web-{F35897DF-6DBB-33A0-E574-40E6FB0A6FBF}" dt="2026-03-20T08:43:43.280" v="131" actId="1076"/>
        <pc:sldMkLst>
          <pc:docMk/>
          <pc:sldMk cId="1941379388" sldId="263"/>
        </pc:sldMkLst>
        <pc:spChg chg="mod">
          <ac:chgData name="Иван Алешин" userId="811e2e97ab995316" providerId="Windows Live" clId="Web-{F35897DF-6DBB-33A0-E574-40E6FB0A6FBF}" dt="2026-03-20T08:41:12.604" v="100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F35897DF-6DBB-33A0-E574-40E6FB0A6FBF}" dt="2026-03-20T08:43:43.280" v="131" actId="1076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">
        <pc:chgData name="Иван Алешин" userId="811e2e97ab995316" providerId="Windows Live" clId="Web-{F35897DF-6DBB-33A0-E574-40E6FB0A6FBF}" dt="2026-03-20T08:50:04.731" v="199" actId="1076"/>
        <pc:sldMkLst>
          <pc:docMk/>
          <pc:sldMk cId="3599844030" sldId="265"/>
        </pc:sldMkLst>
        <pc:spChg chg="mod">
          <ac:chgData name="Иван Алешин" userId="811e2e97ab995316" providerId="Windows Live" clId="Web-{F35897DF-6DBB-33A0-E574-40E6FB0A6FBF}" dt="2026-03-20T08:49:57.121" v="197" actId="14100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F35897DF-6DBB-33A0-E574-40E6FB0A6FBF}" dt="2026-03-20T08:45:26.776" v="157" actId="20577"/>
          <ac:spMkLst>
            <pc:docMk/>
            <pc:sldMk cId="3599844030" sldId="265"/>
            <ac:spMk id="4" creationId="{CBAD71A6-1036-A099-9BDF-27C11F75648B}"/>
          </ac:spMkLst>
        </pc:spChg>
      </pc:sldChg>
      <pc:sldChg chg="addSp delSp modSp mod modClrScheme chgLayout">
        <pc:chgData name="Иван Алешин" userId="811e2e97ab995316" providerId="Windows Live" clId="Web-{F35897DF-6DBB-33A0-E574-40E6FB0A6FBF}" dt="2026-03-20T08:38:43.302" v="67" actId="14100"/>
        <pc:sldMkLst>
          <pc:docMk/>
          <pc:sldMk cId="3313450045" sldId="1509"/>
        </pc:sldMkLst>
        <pc:spChg chg="mod">
          <ac:chgData name="Иван Алешин" userId="811e2e97ab995316" providerId="Windows Live" clId="Web-{F35897DF-6DBB-33A0-E574-40E6FB0A6FBF}" dt="2026-03-20T08:38:43.287" v="66" actId="14100"/>
          <ac:spMkLst>
            <pc:docMk/>
            <pc:sldMk cId="3313450045" sldId="1509"/>
            <ac:spMk id="2" creationId="{8AA144A5-0283-F980-85F3-EE51746FC4CD}"/>
          </ac:spMkLst>
        </pc:spChg>
        <pc:spChg chg="mod ord">
          <ac:chgData name="Иван Алешин" userId="811e2e97ab995316" providerId="Windows Live" clId="Web-{F35897DF-6DBB-33A0-E574-40E6FB0A6FBF}" dt="2026-03-20T08:38:43.302" v="67" actId="14100"/>
          <ac:spMkLst>
            <pc:docMk/>
            <pc:sldMk cId="3313450045" sldId="1509"/>
            <ac:spMk id="3" creationId="{1A385359-5FD3-D5C8-1467-F7082543AA4C}"/>
          </ac:spMkLst>
        </pc:spChg>
      </pc:sldChg>
      <pc:sldChg chg="addSp delSp modSp mod modClrScheme chgLayout">
        <pc:chgData name="Иван Алешин" userId="811e2e97ab995316" providerId="Windows Live" clId="Web-{F35897DF-6DBB-33A0-E574-40E6FB0A6FBF}" dt="2026-03-20T08:38:07.676" v="64" actId="1076"/>
        <pc:sldMkLst>
          <pc:docMk/>
          <pc:sldMk cId="187927555" sldId="1511"/>
        </pc:sldMkLst>
        <pc:spChg chg="mod">
          <ac:chgData name="Иван Алешин" userId="811e2e97ab995316" providerId="Windows Live" clId="Web-{F35897DF-6DBB-33A0-E574-40E6FB0A6FBF}" dt="2026-03-20T08:38:04.691" v="63" actId="1076"/>
          <ac:spMkLst>
            <pc:docMk/>
            <pc:sldMk cId="187927555" sldId="1511"/>
            <ac:spMk id="2" creationId="{9BB750E1-014E-2F32-5FE0-025C27322ADF}"/>
          </ac:spMkLst>
        </pc:spChg>
        <pc:spChg chg="add mod">
          <ac:chgData name="Иван Алешин" userId="811e2e97ab995316" providerId="Windows Live" clId="Web-{F35897DF-6DBB-33A0-E574-40E6FB0A6FBF}" dt="2026-03-20T08:38:00.285" v="62" actId="1076"/>
          <ac:spMkLst>
            <pc:docMk/>
            <pc:sldMk cId="187927555" sldId="1511"/>
            <ac:spMk id="6" creationId="{D28E12FF-198B-8BB7-1E0C-028E8A1AC927}"/>
          </ac:spMkLst>
        </pc:spChg>
      </pc:sldChg>
      <pc:sldChg chg="addSp delSp modSp add mod replId modClrScheme chgLayout">
        <pc:chgData name="Иван Алешин" userId="811e2e97ab995316" providerId="Windows Live" clId="Web-{F35897DF-6DBB-33A0-E574-40E6FB0A6FBF}" dt="2026-03-20T08:53:24.425" v="219" actId="1076"/>
        <pc:sldMkLst>
          <pc:docMk/>
          <pc:sldMk cId="2550444143" sldId="1512"/>
        </pc:sldMkLst>
        <pc:spChg chg="mod">
          <ac:chgData name="Иван Алешин" userId="811e2e97ab995316" providerId="Windows Live" clId="Web-{F35897DF-6DBB-33A0-E574-40E6FB0A6FBF}" dt="2026-03-20T08:53:24.409" v="218" actId="1076"/>
          <ac:spMkLst>
            <pc:docMk/>
            <pc:sldMk cId="2550444143" sldId="1512"/>
            <ac:spMk id="2" creationId="{93691646-0E04-7713-81E9-44940B5A051E}"/>
          </ac:spMkLst>
        </pc:spChg>
        <pc:spChg chg="mod ord">
          <ac:chgData name="Иван Алешин" userId="811e2e97ab995316" providerId="Windows Live" clId="Web-{F35897DF-6DBB-33A0-E574-40E6FB0A6FBF}" dt="2026-03-20T08:53:24.425" v="219" actId="1076"/>
          <ac:spMkLst>
            <pc:docMk/>
            <pc:sldMk cId="2550444143" sldId="1512"/>
            <ac:spMk id="4" creationId="{70B1604B-6628-8D00-F85F-A92A551F45B7}"/>
          </ac:spMkLst>
        </pc:spChg>
      </pc:sldChg>
    </pc:docChg>
  </pc:docChgLst>
  <pc:docChgLst>
    <pc:chgData name="Иван Алешин" userId="811e2e97ab995316" providerId="Windows Live" clId="Web-{580EE46A-2C95-43D2-B67E-01C42086F90A}"/>
    <pc:docChg chg="delSld modSld">
      <pc:chgData name="Иван Алешин" userId="811e2e97ab995316" providerId="Windows Live" clId="Web-{580EE46A-2C95-43D2-B67E-01C42086F90A}" dt="2026-03-13T08:41:44.301" v="300" actId="20577"/>
      <pc:docMkLst>
        <pc:docMk/>
      </pc:docMkLst>
      <pc:sldChg chg="addSp delSp modSp mod modClrScheme chgLayout">
        <pc:chgData name="Иван Алешин" userId="811e2e97ab995316" providerId="Windows Live" clId="Web-{580EE46A-2C95-43D2-B67E-01C42086F90A}" dt="2026-03-13T08:41:44.301" v="300" actId="20577"/>
        <pc:sldMkLst>
          <pc:docMk/>
          <pc:sldMk cId="3069965530" sldId="256"/>
        </pc:sldMkLst>
        <pc:spChg chg="mod">
          <ac:chgData name="Иван Алешин" userId="811e2e97ab995316" providerId="Windows Live" clId="Web-{580EE46A-2C95-43D2-B67E-01C42086F90A}" dt="2026-03-13T08:38:07.685" v="263" actId="1076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580EE46A-2C95-43D2-B67E-01C42086F90A}" dt="2026-03-13T08:41:44.301" v="300" actId="20577"/>
          <ac:spMkLst>
            <pc:docMk/>
            <pc:sldMk cId="3069965530" sldId="256"/>
            <ac:spMk id="5" creationId="{02FA3257-663D-61CE-A5D5-22B53DB71488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48.375" v="169" actId="1076"/>
        <pc:sldMkLst>
          <pc:docMk/>
          <pc:sldMk cId="4216523365" sldId="257"/>
        </pc:sldMkLst>
        <pc:spChg chg="mod">
          <ac:chgData name="Иван Алешин" userId="811e2e97ab995316" providerId="Windows Live" clId="Web-{580EE46A-2C95-43D2-B67E-01C42086F90A}" dt="2026-03-13T08:28:44.812" v="168" actId="1076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580EE46A-2C95-43D2-B67E-01C42086F90A}" dt="2026-03-13T08:28:48.375" v="169" actId="1076"/>
          <ac:spMkLst>
            <pc:docMk/>
            <pc:sldMk cId="4216523365" sldId="257"/>
            <ac:spMk id="3" creationId="{432C04E6-B771-F1FA-85F4-B7984DE55A8E}"/>
          </ac:spMkLst>
        </pc:spChg>
      </pc:sldChg>
      <pc:sldChg chg="addSp delSp modSp mod modClrScheme chgLayout">
        <pc:chgData name="Иван Алешин" userId="811e2e97ab995316" providerId="Windows Live" clId="Web-{580EE46A-2C95-43D2-B67E-01C42086F90A}" dt="2026-03-13T08:38:19.811" v="265" actId="1076"/>
        <pc:sldMkLst>
          <pc:docMk/>
          <pc:sldMk cId="1941379388" sldId="263"/>
        </pc:sldMkLst>
        <pc:spChg chg="mod">
          <ac:chgData name="Иван Алешин" userId="811e2e97ab995316" providerId="Windows Live" clId="Web-{580EE46A-2C95-43D2-B67E-01C42086F90A}" dt="2026-03-13T08:34:32.363" v="237" actId="1076"/>
          <ac:spMkLst>
            <pc:docMk/>
            <pc:sldMk cId="1941379388" sldId="263"/>
            <ac:spMk id="2" creationId="{90979F20-7FE0-9464-CC8C-AAB74EE175D5}"/>
          </ac:spMkLst>
        </pc:spChg>
        <pc:spChg chg="mod ord">
          <ac:chgData name="Иван Алешин" userId="811e2e97ab995316" providerId="Windows Live" clId="Web-{580EE46A-2C95-43D2-B67E-01C42086F90A}" dt="2026-03-13T08:16:42.544" v="94"/>
          <ac:spMkLst>
            <pc:docMk/>
            <pc:sldMk cId="1941379388" sldId="263"/>
            <ac:spMk id="4" creationId="{A8072345-EDED-4266-CFF8-650FF0BB1E47}"/>
          </ac:spMkLst>
        </pc:spChg>
      </pc:sldChg>
      <pc:sldChg chg="addSp delSp modSp">
        <pc:chgData name="Иван Алешин" userId="811e2e97ab995316" providerId="Windows Live" clId="Web-{580EE46A-2C95-43D2-B67E-01C42086F90A}" dt="2026-03-13T08:39:46.157" v="286" actId="1076"/>
        <pc:sldMkLst>
          <pc:docMk/>
          <pc:sldMk cId="3599844030" sldId="265"/>
        </pc:sldMkLst>
        <pc:spChg chg="mod">
          <ac:chgData name="Иван Алешин" userId="811e2e97ab995316" providerId="Windows Live" clId="Web-{580EE46A-2C95-43D2-B67E-01C42086F90A}" dt="2026-03-13T08:37:08.574" v="259" actId="1076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580EE46A-2C95-43D2-B67E-01C42086F90A}" dt="2026-03-13T08:39:46.157" v="286" actId="1076"/>
          <ac:spMkLst>
            <pc:docMk/>
            <pc:sldMk cId="3599844030" sldId="265"/>
            <ac:spMk id="4" creationId="{CBAD71A6-1036-A099-9BDF-27C11F75648B}"/>
          </ac:spMkLst>
        </pc:spChg>
      </pc:sldChg>
      <pc:sldChg chg="modSp">
        <pc:chgData name="Иван Алешин" userId="811e2e97ab995316" providerId="Windows Live" clId="Web-{580EE46A-2C95-43D2-B67E-01C42086F90A}" dt="2026-03-13T08:39:27.407" v="282" actId="1076"/>
        <pc:sldMkLst>
          <pc:docMk/>
          <pc:sldMk cId="3947552595" sldId="266"/>
        </pc:sldMkLst>
        <pc:spChg chg="mod">
          <ac:chgData name="Иван Алешин" userId="811e2e97ab995316" providerId="Windows Live" clId="Web-{580EE46A-2C95-43D2-B67E-01C42086F90A}" dt="2026-03-13T08:39:27.407" v="282" actId="1076"/>
          <ac:spMkLst>
            <pc:docMk/>
            <pc:sldMk cId="3947552595" sldId="266"/>
            <ac:spMk id="3" creationId="{4227E922-AE57-EC70-406A-77ED03351FF3}"/>
          </ac:spMkLst>
        </pc:spChg>
      </pc:sldChg>
      <pc:sldChg chg="addSp delSp modSp">
        <pc:chgData name="Иван Алешин" userId="811e2e97ab995316" providerId="Windows Live" clId="Web-{580EE46A-2C95-43D2-B67E-01C42086F90A}" dt="2026-03-13T08:28:29.324" v="166" actId="1076"/>
        <pc:sldMkLst>
          <pc:docMk/>
          <pc:sldMk cId="3313450045" sldId="1509"/>
        </pc:sldMkLst>
        <pc:spChg chg="mod">
          <ac:chgData name="Иван Алешин" userId="811e2e97ab995316" providerId="Windows Live" clId="Web-{580EE46A-2C95-43D2-B67E-01C42086F90A}" dt="2026-03-13T08:28:29.324" v="166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580EE46A-2C95-43D2-B67E-01C42086F90A}" dt="2026-03-13T08:28:25.558" v="165" actId="1076"/>
          <ac:spMkLst>
            <pc:docMk/>
            <pc:sldMk cId="3313450045" sldId="1509"/>
            <ac:spMk id="3" creationId="{1A385359-5FD3-D5C8-1467-F7082543AA4C}"/>
          </ac:spMkLst>
        </pc:spChg>
      </pc:sldChg>
      <pc:sldChg chg="addSp modSp">
        <pc:chgData name="Иван Алешин" userId="811e2e97ab995316" providerId="Windows Live" clId="Web-{580EE46A-2C95-43D2-B67E-01C42086F90A}" dt="2026-03-13T08:33:39.063" v="231" actId="1076"/>
        <pc:sldMkLst>
          <pc:docMk/>
          <pc:sldMk cId="187927555" sldId="1511"/>
        </pc:sldMkLst>
        <pc:spChg chg="mod">
          <ac:chgData name="Иван Алешин" userId="811e2e97ab995316" providerId="Windows Live" clId="Web-{580EE46A-2C95-43D2-B67E-01C42086F90A}" dt="2026-03-13T08:33:39.063" v="231" actId="1076"/>
          <ac:spMkLst>
            <pc:docMk/>
            <pc:sldMk cId="187927555" sldId="1511"/>
            <ac:spMk id="2" creationId="{9BB750E1-014E-2F32-5FE0-025C27322ADF}"/>
          </ac:spMkLst>
        </pc:spChg>
      </pc:sldChg>
    </pc:docChg>
  </pc:docChgLst>
  <pc:docChgLst>
    <pc:chgData name="Иван Алешин" userId="811e2e97ab995316" providerId="Windows Live" clId="Web-{CAC858A6-4A12-B3DC-DBE1-12EDD70259B7}"/>
    <pc:docChg chg="modSld">
      <pc:chgData name="Иван Алешин" userId="811e2e97ab995316" providerId="Windows Live" clId="Web-{CAC858A6-4A12-B3DC-DBE1-12EDD70259B7}" dt="2026-03-20T09:55:12.617" v="0"/>
      <pc:docMkLst>
        <pc:docMk/>
      </pc:docMkLst>
      <pc:sldChg chg="modSp mod modClrScheme chgLayout">
        <pc:chgData name="Иван Алешин" userId="811e2e97ab995316" providerId="Windows Live" clId="Web-{CAC858A6-4A12-B3DC-DBE1-12EDD70259B7}" dt="2026-03-20T09:55:12.617" v="0"/>
        <pc:sldMkLst>
          <pc:docMk/>
          <pc:sldMk cId="4216523365" sldId="257"/>
        </pc:sldMkLst>
        <pc:spChg chg="mod">
          <ac:chgData name="Иван Алешин" userId="811e2e97ab995316" providerId="Windows Live" clId="Web-{CAC858A6-4A12-B3DC-DBE1-12EDD70259B7}" dt="2026-03-20T09:55:12.617" v="0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CAC858A6-4A12-B3DC-DBE1-12EDD70259B7}" dt="2026-03-20T09:55:12.617" v="0"/>
          <ac:spMkLst>
            <pc:docMk/>
            <pc:sldMk cId="4216523365" sldId="257"/>
            <ac:spMk id="3" creationId="{432C04E6-B771-F1FA-85F4-B7984DE55A8E}"/>
          </ac:spMkLst>
        </pc:spChg>
      </pc:sldChg>
    </pc:docChg>
  </pc:docChgLst>
  <pc:docChgLst>
    <pc:chgData name="Иван Алешин" userId="811e2e97ab995316" providerId="Windows Live" clId="Web-{0CF0EF09-4017-19A4-BFA6-E77DCB7CD3D7}"/>
    <pc:docChg chg="modSld">
      <pc:chgData name="Иван Алешин" userId="811e2e97ab995316" providerId="Windows Live" clId="Web-{0CF0EF09-4017-19A4-BFA6-E77DCB7CD3D7}" dt="2026-03-20T08:29:55.591" v="43"/>
      <pc:docMkLst>
        <pc:docMk/>
      </pc:docMkLst>
      <pc:sldChg chg="addSp delSp modSp">
        <pc:chgData name="Иван Алешин" userId="811e2e97ab995316" providerId="Windows Live" clId="Web-{0CF0EF09-4017-19A4-BFA6-E77DCB7CD3D7}" dt="2026-03-20T08:23:13.356" v="10" actId="1076"/>
        <pc:sldMkLst>
          <pc:docMk/>
          <pc:sldMk cId="3069965530" sldId="256"/>
        </pc:sldMkLst>
        <pc:spChg chg="mod">
          <ac:chgData name="Иван Алешин" userId="811e2e97ab995316" providerId="Windows Live" clId="Web-{0CF0EF09-4017-19A4-BFA6-E77DCB7CD3D7}" dt="2026-03-20T08:21:37.497" v="1" actId="20577"/>
          <ac:spMkLst>
            <pc:docMk/>
            <pc:sldMk cId="3069965530" sldId="256"/>
            <ac:spMk id="4" creationId="{86D321A2-65AC-4C18-CA75-0FB5084CA306}"/>
          </ac:spMkLst>
        </pc:spChg>
      </pc:sldChg>
      <pc:sldChg chg="addSp delSp modSp mod modClrScheme chgLayout">
        <pc:chgData name="Иван Алешин" userId="811e2e97ab995316" providerId="Windows Live" clId="Web-{0CF0EF09-4017-19A4-BFA6-E77DCB7CD3D7}" dt="2026-03-20T08:29:08.950" v="27"/>
        <pc:sldMkLst>
          <pc:docMk/>
          <pc:sldMk cId="4216523365" sldId="257"/>
        </pc:sldMkLst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2" creationId="{93B255C6-1E2E-E4BD-2E9F-B3321C22A292}"/>
          </ac:spMkLst>
        </pc:spChg>
        <pc:spChg chg="mod">
          <ac:chgData name="Иван Алешин" userId="811e2e97ab995316" providerId="Windows Live" clId="Web-{0CF0EF09-4017-19A4-BFA6-E77DCB7CD3D7}" dt="2026-03-20T08:29:08.950" v="27"/>
          <ac:spMkLst>
            <pc:docMk/>
            <pc:sldMk cId="4216523365" sldId="257"/>
            <ac:spMk id="3" creationId="{432C04E6-B771-F1FA-85F4-B7984DE55A8E}"/>
          </ac:spMkLst>
        </pc:spChg>
      </pc:sldChg>
      <pc:sldChg chg="delSp modSp">
        <pc:chgData name="Иван Алешин" userId="811e2e97ab995316" providerId="Windows Live" clId="Web-{0CF0EF09-4017-19A4-BFA6-E77DCB7CD3D7}" dt="2026-03-20T08:29:55.591" v="43"/>
        <pc:sldMkLst>
          <pc:docMk/>
          <pc:sldMk cId="3313450045" sldId="1509"/>
        </pc:sldMkLst>
        <pc:spChg chg="mod">
          <ac:chgData name="Иван Алешин" userId="811e2e97ab995316" providerId="Windows Live" clId="Web-{0CF0EF09-4017-19A4-BFA6-E77DCB7CD3D7}" dt="2026-03-20T08:29:37.107" v="39" actId="20577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0CF0EF09-4017-19A4-BFA6-E77DCB7CD3D7}" dt="2026-03-20T08:29:54.982" v="42" actId="20577"/>
          <ac:spMkLst>
            <pc:docMk/>
            <pc:sldMk cId="3313450045" sldId="1509"/>
            <ac:spMk id="3" creationId="{1A385359-5FD3-D5C8-1467-F7082543AA4C}"/>
          </ac:spMkLst>
        </pc:spChg>
      </pc:sldChg>
    </pc:docChg>
  </pc:docChgLst>
  <pc:docChgLst>
    <pc:chgData name="Иван Алешин" userId="811e2e97ab995316" providerId="Windows Live" clId="Web-{8FB12A37-3F8E-34E9-6C82-3E63E56D714C}"/>
    <pc:docChg chg="delSld modSld">
      <pc:chgData name="Иван Алешин" userId="811e2e97ab995316" providerId="Windows Live" clId="Web-{8FB12A37-3F8E-34E9-6C82-3E63E56D714C}" dt="2026-04-10T07:34:21.121" v="143"/>
      <pc:docMkLst>
        <pc:docMk/>
      </pc:docMkLst>
      <pc:sldChg chg="addSp delSp modSp">
        <pc:chgData name="Иван Алешин" userId="811e2e97ab995316" providerId="Windows Live" clId="Web-{8FB12A37-3F8E-34E9-6C82-3E63E56D714C}" dt="2026-04-10T07:19:47.788" v="23"/>
        <pc:sldMkLst>
          <pc:docMk/>
          <pc:sldMk cId="3069965530" sldId="256"/>
        </pc:sldMkLst>
        <pc:spChg chg="mod">
          <ac:chgData name="Иван Алешин" userId="811e2e97ab995316" providerId="Windows Live" clId="Web-{8FB12A37-3F8E-34E9-6C82-3E63E56D714C}" dt="2026-04-10T07:19:47.788" v="23"/>
          <ac:spMkLst>
            <pc:docMk/>
            <pc:sldMk cId="3069965530" sldId="256"/>
            <ac:spMk id="4" creationId="{86D321A2-65AC-4C18-CA75-0FB5084CA306}"/>
          </ac:spMkLst>
        </pc:spChg>
        <pc:spChg chg="mod">
          <ac:chgData name="Иван Алешин" userId="811e2e97ab995316" providerId="Windows Live" clId="Web-{8FB12A37-3F8E-34E9-6C82-3E63E56D714C}" dt="2026-04-10T07:19:47.788" v="23"/>
          <ac:spMkLst>
            <pc:docMk/>
            <pc:sldMk cId="3069965530" sldId="256"/>
            <ac:spMk id="5" creationId="{02FA3257-663D-61CE-A5D5-22B53DB71488}"/>
          </ac:spMkLst>
        </pc:spChg>
        <pc:spChg chg="del">
          <ac:chgData name="Иван Алешин" userId="811e2e97ab995316" providerId="Windows Live" clId="Web-{8FB12A37-3F8E-34E9-6C82-3E63E56D714C}" dt="2026-04-10T07:18:09.819" v="14"/>
          <ac:spMkLst>
            <pc:docMk/>
            <pc:sldMk cId="3069965530" sldId="256"/>
            <ac:spMk id="9" creationId="{593CF5B9-60DF-D5F1-5B8F-48291318B352}"/>
          </ac:spMkLst>
        </pc:spChg>
        <pc:picChg chg="del">
          <ac:chgData name="Иван Алешин" userId="811e2e97ab995316" providerId="Windows Live" clId="Web-{8FB12A37-3F8E-34E9-6C82-3E63E56D714C}" dt="2026-04-10T07:18:11.725" v="15"/>
          <ac:picMkLst>
            <pc:docMk/>
            <pc:sldMk cId="3069965530" sldId="256"/>
            <ac:picMk id="2" creationId="{2746C4EA-C8E4-A481-B0CB-F5E86664EC23}"/>
          </ac:picMkLst>
        </pc:picChg>
        <pc:picChg chg="add mod">
          <ac:chgData name="Иван Алешин" userId="811e2e97ab995316" providerId="Windows Live" clId="Web-{8FB12A37-3F8E-34E9-6C82-3E63E56D714C}" dt="2026-04-10T07:19:47.788" v="23"/>
          <ac:picMkLst>
            <pc:docMk/>
            <pc:sldMk cId="3069965530" sldId="256"/>
            <ac:picMk id="3" creationId="{5821ACAF-FC7A-037A-4668-E531B830981E}"/>
          </ac:picMkLst>
        </pc:picChg>
      </pc:sldChg>
      <pc:sldChg chg="addSp delSp modSp mod modClrScheme chgLayout">
        <pc:chgData name="Иван Алешин" userId="811e2e97ab995316" providerId="Windows Live" clId="Web-{8FB12A37-3F8E-34E9-6C82-3E63E56D714C}" dt="2026-04-10T07:31:04.667" v="111" actId="20577"/>
        <pc:sldMkLst>
          <pc:docMk/>
          <pc:sldMk cId="4216523365" sldId="257"/>
        </pc:sldMkLst>
        <pc:spChg chg="mod">
          <ac:chgData name="Иван Алешин" userId="811e2e97ab995316" providerId="Windows Live" clId="Web-{8FB12A37-3F8E-34E9-6C82-3E63E56D714C}" dt="2026-04-10T07:31:04.667" v="111" actId="20577"/>
          <ac:spMkLst>
            <pc:docMk/>
            <pc:sldMk cId="4216523365" sldId="257"/>
            <ac:spMk id="2" creationId="{93B255C6-1E2E-E4BD-2E9F-B3321C22A292}"/>
          </ac:spMkLst>
        </pc:spChg>
        <pc:spChg chg="mod ord">
          <ac:chgData name="Иван Алешин" userId="811e2e97ab995316" providerId="Windows Live" clId="Web-{8FB12A37-3F8E-34E9-6C82-3E63E56D714C}" dt="2026-04-10T07:23:18.491" v="51" actId="14100"/>
          <ac:spMkLst>
            <pc:docMk/>
            <pc:sldMk cId="4216523365" sldId="257"/>
            <ac:spMk id="3" creationId="{432C04E6-B771-F1FA-85F4-B7984DE55A8E}"/>
          </ac:spMkLst>
        </pc:spChg>
        <pc:picChg chg="add mod">
          <ac:chgData name="Иван Алешин" userId="811e2e97ab995316" providerId="Windows Live" clId="Web-{8FB12A37-3F8E-34E9-6C82-3E63E56D714C}" dt="2026-04-10T07:22:52.069" v="47"/>
          <ac:picMkLst>
            <pc:docMk/>
            <pc:sldMk cId="4216523365" sldId="257"/>
            <ac:picMk id="4" creationId="{9A8C7561-4E51-62C9-C00D-D08166F82A34}"/>
          </ac:picMkLst>
        </pc:picChg>
        <pc:picChg chg="del">
          <ac:chgData name="Иван Алешин" userId="811e2e97ab995316" providerId="Windows Live" clId="Web-{8FB12A37-3F8E-34E9-6C82-3E63E56D714C}" dt="2026-04-10T07:19:56.100" v="24"/>
          <ac:picMkLst>
            <pc:docMk/>
            <pc:sldMk cId="4216523365" sldId="257"/>
            <ac:picMk id="5" creationId="{08DA28CE-718A-6FA8-FC0B-C15DAFD5CADC}"/>
          </ac:picMkLst>
        </pc:picChg>
      </pc:sldChg>
      <pc:sldChg chg="addSp delSp modSp mod modClrScheme chgLayout">
        <pc:chgData name="Иван Алешин" userId="811e2e97ab995316" providerId="Windows Live" clId="Web-{8FB12A37-3F8E-34E9-6C82-3E63E56D714C}" dt="2026-04-10T07:31:35.105" v="119" actId="14100"/>
        <pc:sldMkLst>
          <pc:docMk/>
          <pc:sldMk cId="1941379388" sldId="263"/>
        </pc:sldMkLst>
        <pc:spChg chg="mod">
          <ac:chgData name="Иван Алешин" userId="811e2e97ab995316" providerId="Windows Live" clId="Web-{8FB12A37-3F8E-34E9-6C82-3E63E56D714C}" dt="2026-04-10T07:31:35.105" v="119" actId="14100"/>
          <ac:spMkLst>
            <pc:docMk/>
            <pc:sldMk cId="1941379388" sldId="263"/>
            <ac:spMk id="2" creationId="{90979F20-7FE0-9464-CC8C-AAB74EE175D5}"/>
          </ac:spMkLst>
        </pc:spChg>
        <pc:spChg chg="mod">
          <ac:chgData name="Иван Алешин" userId="811e2e97ab995316" providerId="Windows Live" clId="Web-{8FB12A37-3F8E-34E9-6C82-3E63E56D714C}" dt="2026-04-10T07:30:48.683" v="109" actId="1076"/>
          <ac:spMkLst>
            <pc:docMk/>
            <pc:sldMk cId="1941379388" sldId="263"/>
            <ac:spMk id="4" creationId="{A8072345-EDED-4266-CFF8-650FF0BB1E47}"/>
          </ac:spMkLst>
        </pc:spChg>
        <pc:picChg chg="del">
          <ac:chgData name="Иван Алешин" userId="811e2e97ab995316" providerId="Windows Live" clId="Web-{8FB12A37-3F8E-34E9-6C82-3E63E56D714C}" dt="2026-04-10T07:29:42.088" v="104"/>
          <ac:picMkLst>
            <pc:docMk/>
            <pc:sldMk cId="1941379388" sldId="263"/>
            <ac:picMk id="3" creationId="{FB45871C-6A22-7F44-C53A-6564D0F3FF2B}"/>
          </ac:picMkLst>
        </pc:picChg>
        <pc:picChg chg="add mod">
          <ac:chgData name="Иван Алешин" userId="811e2e97ab995316" providerId="Windows Live" clId="Web-{8FB12A37-3F8E-34E9-6C82-3E63E56D714C}" dt="2026-04-10T07:30:40.886" v="107"/>
          <ac:picMkLst>
            <pc:docMk/>
            <pc:sldMk cId="1941379388" sldId="263"/>
            <ac:picMk id="5" creationId="{071E431C-4F85-04E7-28A3-A2FABE0F10DB}"/>
          </ac:picMkLst>
        </pc:picChg>
      </pc:sldChg>
      <pc:sldChg chg="addSp delSp modSp mod modClrScheme chgLayout">
        <pc:chgData name="Иван Алешин" userId="811e2e97ab995316" providerId="Windows Live" clId="Web-{8FB12A37-3F8E-34E9-6C82-3E63E56D714C}" dt="2026-04-10T07:34:11.699" v="141"/>
        <pc:sldMkLst>
          <pc:docMk/>
          <pc:sldMk cId="3599844030" sldId="265"/>
        </pc:sldMkLst>
        <pc:spChg chg="mod">
          <ac:chgData name="Иван Алешин" userId="811e2e97ab995316" providerId="Windows Live" clId="Web-{8FB12A37-3F8E-34E9-6C82-3E63E56D714C}" dt="2026-04-10T07:34:11.699" v="141"/>
          <ac:spMkLst>
            <pc:docMk/>
            <pc:sldMk cId="3599844030" sldId="265"/>
            <ac:spMk id="2" creationId="{99120F23-1809-2CC4-1A94-F826616D2DF4}"/>
          </ac:spMkLst>
        </pc:spChg>
        <pc:spChg chg="mod">
          <ac:chgData name="Иван Алешин" userId="811e2e97ab995316" providerId="Windows Live" clId="Web-{8FB12A37-3F8E-34E9-6C82-3E63E56D714C}" dt="2026-04-10T07:34:11.699" v="141"/>
          <ac:spMkLst>
            <pc:docMk/>
            <pc:sldMk cId="3599844030" sldId="265"/>
            <ac:spMk id="4" creationId="{CBAD71A6-1036-A099-9BDF-27C11F75648B}"/>
          </ac:spMkLst>
        </pc:spChg>
        <pc:picChg chg="add mod">
          <ac:chgData name="Иван Алешин" userId="811e2e97ab995316" providerId="Windows Live" clId="Web-{8FB12A37-3F8E-34E9-6C82-3E63E56D714C}" dt="2026-04-10T07:34:11.699" v="141"/>
          <ac:picMkLst>
            <pc:docMk/>
            <pc:sldMk cId="3599844030" sldId="265"/>
            <ac:picMk id="3" creationId="{F1C015FD-E626-E0BE-7C8A-9EBB4169DF57}"/>
          </ac:picMkLst>
        </pc:picChg>
        <pc:picChg chg="del">
          <ac:chgData name="Иван Алешин" userId="811e2e97ab995316" providerId="Windows Live" clId="Web-{8FB12A37-3F8E-34E9-6C82-3E63E56D714C}" dt="2026-04-10T07:31:54.089" v="125"/>
          <ac:picMkLst>
            <pc:docMk/>
            <pc:sldMk cId="3599844030" sldId="265"/>
            <ac:picMk id="6" creationId="{7B12A0F3-9470-F92D-3DB8-BFFDA199B563}"/>
          </ac:picMkLst>
        </pc:picChg>
      </pc:sldChg>
      <pc:sldChg chg="addSp delSp modSp mod modClrScheme chgLayout">
        <pc:chgData name="Иван Алешин" userId="811e2e97ab995316" providerId="Windows Live" clId="Web-{8FB12A37-3F8E-34E9-6C82-3E63E56D714C}" dt="2026-04-10T07:31:14.605" v="115" actId="1076"/>
        <pc:sldMkLst>
          <pc:docMk/>
          <pc:sldMk cId="3313450045" sldId="1509"/>
        </pc:sldMkLst>
        <pc:spChg chg="mod">
          <ac:chgData name="Иван Алешин" userId="811e2e97ab995316" providerId="Windows Live" clId="Web-{8FB12A37-3F8E-34E9-6C82-3E63E56D714C}" dt="2026-04-10T07:31:14.605" v="115" actId="1076"/>
          <ac:spMkLst>
            <pc:docMk/>
            <pc:sldMk cId="3313450045" sldId="1509"/>
            <ac:spMk id="2" creationId="{8AA144A5-0283-F980-85F3-EE51746FC4CD}"/>
          </ac:spMkLst>
        </pc:spChg>
        <pc:spChg chg="mod">
          <ac:chgData name="Иван Алешин" userId="811e2e97ab995316" providerId="Windows Live" clId="Web-{8FB12A37-3F8E-34E9-6C82-3E63E56D714C}" dt="2026-04-10T07:26:26.320" v="67"/>
          <ac:spMkLst>
            <pc:docMk/>
            <pc:sldMk cId="3313450045" sldId="1509"/>
            <ac:spMk id="3" creationId="{1A385359-5FD3-D5C8-1467-F7082543AA4C}"/>
          </ac:spMkLst>
        </pc:spChg>
        <pc:picChg chg="del">
          <ac:chgData name="Иван Алешин" userId="811e2e97ab995316" providerId="Windows Live" clId="Web-{8FB12A37-3F8E-34E9-6C82-3E63E56D714C}" dt="2026-04-10T07:24:26.991" v="59"/>
          <ac:picMkLst>
            <pc:docMk/>
            <pc:sldMk cId="3313450045" sldId="1509"/>
            <ac:picMk id="4" creationId="{853DBA87-B4FD-75B5-923A-0121F0A73BC2}"/>
          </ac:picMkLst>
        </pc:picChg>
        <pc:picChg chg="add mod">
          <ac:chgData name="Иван Алешин" userId="811e2e97ab995316" providerId="Windows Live" clId="Web-{8FB12A37-3F8E-34E9-6C82-3E63E56D714C}" dt="2026-04-10T07:26:26.320" v="67"/>
          <ac:picMkLst>
            <pc:docMk/>
            <pc:sldMk cId="3313450045" sldId="1509"/>
            <ac:picMk id="5" creationId="{2D906F81-67CF-53F2-8A1B-D1ECBA4DA722}"/>
          </ac:picMkLst>
        </pc:picChg>
      </pc:sldChg>
      <pc:sldChg chg="addSp delSp modSp mod modClrScheme chgLayout">
        <pc:chgData name="Иван Алешин" userId="811e2e97ab995316" providerId="Windows Live" clId="Web-{8FB12A37-3F8E-34E9-6C82-3E63E56D714C}" dt="2026-04-10T07:29:14.307" v="91" actId="1076"/>
        <pc:sldMkLst>
          <pc:docMk/>
          <pc:sldMk cId="187927555" sldId="1511"/>
        </pc:sldMkLst>
        <pc:spChg chg="mod">
          <ac:chgData name="Иван Алешин" userId="811e2e97ab995316" providerId="Windows Live" clId="Web-{8FB12A37-3F8E-34E9-6C82-3E63E56D714C}" dt="2026-04-10T07:29:14.291" v="90" actId="1076"/>
          <ac:spMkLst>
            <pc:docMk/>
            <pc:sldMk cId="187927555" sldId="1511"/>
            <ac:spMk id="2" creationId="{9BB750E1-014E-2F32-5FE0-025C27322ADF}"/>
          </ac:spMkLst>
        </pc:spChg>
        <pc:spChg chg="mod ord">
          <ac:chgData name="Иван Алешин" userId="811e2e97ab995316" providerId="Windows Live" clId="Web-{8FB12A37-3F8E-34E9-6C82-3E63E56D714C}" dt="2026-04-10T07:29:14.307" v="91" actId="1076"/>
          <ac:spMkLst>
            <pc:docMk/>
            <pc:sldMk cId="187927555" sldId="1511"/>
            <ac:spMk id="6" creationId="{D28E12FF-198B-8BB7-1E0C-028E8A1AC927}"/>
          </ac:spMkLst>
        </pc:spChg>
        <pc:picChg chg="add mod">
          <ac:chgData name="Иван Алешин" userId="811e2e97ab995316" providerId="Windows Live" clId="Web-{8FB12A37-3F8E-34E9-6C82-3E63E56D714C}" dt="2026-04-10T07:28:59.760" v="87"/>
          <ac:picMkLst>
            <pc:docMk/>
            <pc:sldMk cId="187927555" sldId="1511"/>
            <ac:picMk id="3" creationId="{27699958-F001-4E78-BE49-D5A3476A742D}"/>
          </ac:picMkLst>
        </pc:picChg>
        <pc:picChg chg="del">
          <ac:chgData name="Иван Алешин" userId="811e2e97ab995316" providerId="Windows Live" clId="Web-{8FB12A37-3F8E-34E9-6C82-3E63E56D714C}" dt="2026-04-10T07:27:27.790" v="82"/>
          <ac:picMkLst>
            <pc:docMk/>
            <pc:sldMk cId="187927555" sldId="1511"/>
            <ac:picMk id="4" creationId="{C2CA7301-61C4-E18B-01AE-8657C77584CC}"/>
          </ac:picMkLst>
        </pc:picChg>
      </pc:sldChg>
      <pc:sldChg chg="del">
        <pc:chgData name="Иван Алешин" userId="811e2e97ab995316" providerId="Windows Live" clId="Web-{8FB12A37-3F8E-34E9-6C82-3E63E56D714C}" dt="2026-04-10T07:34:21.121" v="143"/>
        <pc:sldMkLst>
          <pc:docMk/>
          <pc:sldMk cId="2550444143" sldId="1512"/>
        </pc:sldMkLst>
      </pc:sldChg>
      <pc:sldChg chg="del">
        <pc:chgData name="Иван Алешин" userId="811e2e97ab995316" providerId="Windows Live" clId="Web-{8FB12A37-3F8E-34E9-6C82-3E63E56D714C}" dt="2026-04-10T07:34:19.246" v="142"/>
        <pc:sldMkLst>
          <pc:docMk/>
          <pc:sldMk cId="1037182923" sldId="151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4/10/2026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26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4/10/2026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/>
          <a:p>
            <a:r>
              <a:rPr lang="en-US" dirty="0" err="1"/>
              <a:t>Первые</a:t>
            </a:r>
            <a:r>
              <a:rPr lang="en-US" dirty="0"/>
              <a:t> </a:t>
            </a:r>
            <a:r>
              <a:rPr lang="en-US" dirty="0" err="1"/>
              <a:t>железные</a:t>
            </a:r>
            <a:r>
              <a:rPr lang="en-US" dirty="0"/>
              <a:t> </a:t>
            </a:r>
            <a:r>
              <a:rPr lang="en-US" dirty="0" err="1"/>
              <a:t>дороги</a:t>
            </a:r>
            <a:r>
              <a:rPr lang="en-US" dirty="0"/>
              <a:t> в </a:t>
            </a:r>
            <a:r>
              <a:rPr lang="en-US" dirty="0" err="1"/>
              <a:t>России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/>
          <a:p>
            <a:r>
              <a:rPr lang="en-US" dirty="0"/>
              <a:t>ПИН-31 </a:t>
            </a:r>
            <a:r>
              <a:rPr lang="en-US" dirty="0" err="1"/>
              <a:t>Алешин</a:t>
            </a:r>
            <a:r>
              <a:rPr lang="en-US" dirty="0"/>
              <a:t> И.К.</a:t>
            </a:r>
          </a:p>
        </p:txBody>
      </p:sp>
      <p:pic>
        <p:nvPicPr>
          <p:cNvPr id="3" name="Picture 2" descr="Россия в XIX веке. Транспорт и путешествия – ВЕК АВРОРЫ">
            <a:extLst>
              <a:ext uri="{FF2B5EF4-FFF2-40B4-BE49-F238E27FC236}">
                <a16:creationId xmlns:a16="http://schemas.microsoft.com/office/drawing/2014/main" id="{5821ACAF-FC7A-037A-4668-E531B83098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58" r="12605"/>
          <a:stretch>
            <a:fillRect/>
          </a:stretch>
        </p:blipFill>
        <p:spPr>
          <a:xfrm>
            <a:off x="5596128" y="10"/>
            <a:ext cx="6595872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255C6-1E2E-E4BD-2E9F-B3321C22A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4975" y="605506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sz="2800" dirty="0" err="1"/>
              <a:t>Россия</a:t>
            </a:r>
            <a:r>
              <a:rPr lang="en-US" sz="2800" dirty="0"/>
              <a:t> </a:t>
            </a:r>
            <a:r>
              <a:rPr lang="en-US" sz="2800" dirty="0" err="1"/>
              <a:t>без</a:t>
            </a:r>
            <a:r>
              <a:rPr lang="en-US" sz="2800" dirty="0"/>
              <a:t> </a:t>
            </a:r>
            <a:r>
              <a:rPr lang="en-US" sz="2800" dirty="0" err="1"/>
              <a:t>дорог</a:t>
            </a:r>
            <a:endParaRPr lang="en-US" sz="2800" dirty="0"/>
          </a:p>
        </p:txBody>
      </p:sp>
      <p:pic>
        <p:nvPicPr>
          <p:cNvPr id="4" name="Picture 3" descr="Картина «Зимняя дорога», Алексей Саврасов — описание">
            <a:extLst>
              <a:ext uri="{FF2B5EF4-FFF2-40B4-BE49-F238E27FC236}">
                <a16:creationId xmlns:a16="http://schemas.microsoft.com/office/drawing/2014/main" id="{9A8C7561-4E51-62C9-C00D-D08166F82A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622" r="13956" b="1"/>
          <a:stretch>
            <a:fillRect/>
          </a:stretch>
        </p:blipFill>
        <p:spPr>
          <a:xfrm>
            <a:off x="20" y="10"/>
            <a:ext cx="6611489" cy="685799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04E6-B771-F1FA-85F4-B7984DE55A8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74912" y="2234142"/>
            <a:ext cx="4119034" cy="40957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 err="1"/>
              <a:t>Бездорожье</a:t>
            </a:r>
            <a:r>
              <a:rPr lang="en-US" dirty="0"/>
              <a:t> —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враг</a:t>
            </a:r>
            <a:r>
              <a:rPr lang="en-US" dirty="0"/>
              <a:t> </a:t>
            </a:r>
            <a:r>
              <a:rPr lang="en-US" dirty="0" err="1"/>
              <a:t>империи</a:t>
            </a:r>
            <a:r>
              <a:rPr lang="en-US" dirty="0"/>
              <a:t> </a:t>
            </a:r>
          </a:p>
          <a:p>
            <a:pPr marL="285750" indent="-285750">
              <a:buChar char="•"/>
            </a:pPr>
            <a:r>
              <a:rPr lang="en-US" dirty="0" err="1"/>
              <a:t>Грузы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Москвы</a:t>
            </a:r>
            <a:r>
              <a:rPr lang="en-US" dirty="0"/>
              <a:t> в </a:t>
            </a:r>
            <a:r>
              <a:rPr lang="en-US" dirty="0" err="1"/>
              <a:t>Петербург</a:t>
            </a:r>
            <a:r>
              <a:rPr lang="en-US" dirty="0"/>
              <a:t> </a:t>
            </a:r>
            <a:r>
              <a:rPr lang="en-US" dirty="0" err="1"/>
              <a:t>шли</a:t>
            </a:r>
            <a:r>
              <a:rPr lang="en-US" dirty="0"/>
              <a:t> </a:t>
            </a:r>
            <a:r>
              <a:rPr lang="en-US" dirty="0" err="1"/>
              <a:t>неделями</a:t>
            </a:r>
            <a:r>
              <a:rPr lang="en-US" dirty="0"/>
              <a:t> </a:t>
            </a:r>
          </a:p>
          <a:p>
            <a:pPr marL="285750" indent="-285750">
              <a:buChar char="•"/>
            </a:pPr>
            <a:r>
              <a:rPr lang="en-US" dirty="0" err="1"/>
              <a:t>Весна</a:t>
            </a:r>
            <a:r>
              <a:rPr lang="en-US" dirty="0"/>
              <a:t> и </a:t>
            </a:r>
            <a:r>
              <a:rPr lang="en-US" dirty="0" err="1"/>
              <a:t>осень</a:t>
            </a:r>
            <a:r>
              <a:rPr lang="en-US" dirty="0"/>
              <a:t>: </a:t>
            </a:r>
            <a:r>
              <a:rPr lang="en-US" dirty="0" err="1"/>
              <a:t>дороги</a:t>
            </a:r>
            <a:r>
              <a:rPr lang="en-US" dirty="0"/>
              <a:t> </a:t>
            </a:r>
            <a:r>
              <a:rPr lang="en-US" dirty="0" err="1"/>
              <a:t>становились</a:t>
            </a:r>
            <a:r>
              <a:rPr lang="en-US" dirty="0"/>
              <a:t> </a:t>
            </a:r>
            <a:r>
              <a:rPr lang="en-US" dirty="0" err="1"/>
              <a:t>непроходимыми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6523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44A5-0283-F980-85F3-EE51746FC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565" y="572830"/>
            <a:ext cx="4361688" cy="15270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dirty="0" err="1"/>
              <a:t>Царскосельская</a:t>
            </a:r>
            <a:r>
              <a:rPr lang="en-US" sz="2800" dirty="0"/>
              <a:t> </a:t>
            </a:r>
            <a:r>
              <a:rPr lang="en-US" sz="2800" dirty="0" err="1"/>
              <a:t>дорога</a:t>
            </a:r>
            <a:r>
              <a:rPr lang="en-US" sz="2800" dirty="0"/>
              <a:t>: </a:t>
            </a:r>
            <a:r>
              <a:rPr lang="en-US" sz="2800" dirty="0" err="1"/>
              <a:t>первый</a:t>
            </a:r>
            <a:r>
              <a:rPr lang="en-US" sz="2800" dirty="0"/>
              <a:t> </a:t>
            </a:r>
            <a:r>
              <a:rPr lang="en-US" sz="2800" dirty="0" err="1"/>
              <a:t>шаг</a:t>
            </a:r>
            <a:r>
              <a:rPr lang="en-US" sz="2800" dirty="0"/>
              <a:t> (1837)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85359-5FD3-D5C8-1467-F7082543AA4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1837 </a:t>
            </a:r>
            <a:r>
              <a:rPr lang="en-US" err="1"/>
              <a:t>год</a:t>
            </a:r>
            <a:r>
              <a:rPr lang="en-US"/>
              <a:t> — </a:t>
            </a:r>
            <a:r>
              <a:rPr lang="en-US" err="1"/>
              <a:t>первая</a:t>
            </a:r>
            <a:r>
              <a:rPr lang="en-US"/>
              <a:t> </a:t>
            </a:r>
            <a:r>
              <a:rPr lang="en-US" err="1"/>
              <a:t>железная</a:t>
            </a:r>
            <a:r>
              <a:rPr lang="en-US"/>
              <a:t> </a:t>
            </a:r>
            <a:r>
              <a:rPr lang="en-US" err="1"/>
              <a:t>дорога</a:t>
            </a:r>
            <a:r>
              <a:rPr lang="en-US"/>
              <a:t> в </a:t>
            </a:r>
            <a:r>
              <a:rPr lang="en-US" err="1"/>
              <a:t>России</a:t>
            </a:r>
            <a:endParaRPr lang="ru-RU" err="1"/>
          </a:p>
          <a:p>
            <a:r>
              <a:rPr lang="en-US"/>
              <a:t> </a:t>
            </a:r>
            <a:r>
              <a:rPr lang="en-US" err="1"/>
              <a:t>Маршрут</a:t>
            </a:r>
            <a:r>
              <a:rPr lang="en-US"/>
              <a:t>: </a:t>
            </a:r>
            <a:r>
              <a:rPr lang="en-US" err="1"/>
              <a:t>Петербург</a:t>
            </a:r>
            <a:r>
              <a:rPr lang="en-US"/>
              <a:t> — </a:t>
            </a:r>
            <a:r>
              <a:rPr lang="en-US" err="1"/>
              <a:t>Царское</a:t>
            </a:r>
            <a:r>
              <a:rPr lang="en-US"/>
              <a:t> </a:t>
            </a:r>
            <a:r>
              <a:rPr lang="en-US" err="1"/>
              <a:t>Село</a:t>
            </a:r>
            <a:r>
              <a:rPr lang="en-US"/>
              <a:t> — </a:t>
            </a:r>
            <a:r>
              <a:rPr lang="en-US" err="1"/>
              <a:t>Павловск</a:t>
            </a:r>
            <a:r>
              <a:rPr lang="en-US"/>
              <a:t> </a:t>
            </a:r>
            <a:endParaRPr lang="ru-RU"/>
          </a:p>
          <a:p>
            <a:r>
              <a:rPr lang="en-US" err="1"/>
              <a:t>Длина</a:t>
            </a:r>
            <a:r>
              <a:rPr lang="en-US"/>
              <a:t>: 27 </a:t>
            </a:r>
            <a:r>
              <a:rPr lang="en-US" err="1"/>
              <a:t>км</a:t>
            </a:r>
            <a:r>
              <a:rPr lang="en-US"/>
              <a:t> </a:t>
            </a:r>
            <a:endParaRPr lang="ru-RU"/>
          </a:p>
          <a:p>
            <a:r>
              <a:rPr lang="en-US" err="1"/>
              <a:t>Построена</a:t>
            </a:r>
            <a:r>
              <a:rPr lang="en-US"/>
              <a:t> </a:t>
            </a:r>
            <a:r>
              <a:rPr lang="en-US" err="1"/>
              <a:t>австрийским</a:t>
            </a:r>
            <a:r>
              <a:rPr lang="en-US"/>
              <a:t> </a:t>
            </a:r>
            <a:r>
              <a:rPr lang="en-US" err="1"/>
              <a:t>инженером</a:t>
            </a:r>
            <a:r>
              <a:rPr lang="en-US"/>
              <a:t> </a:t>
            </a:r>
            <a:r>
              <a:rPr lang="en-US" err="1"/>
              <a:t>Герстнером</a:t>
            </a:r>
            <a:endParaRPr lang="ru-RU" b="0" i="0" err="1">
              <a:effectLst/>
            </a:endParaRPr>
          </a:p>
        </p:txBody>
      </p:sp>
      <p:pic>
        <p:nvPicPr>
          <p:cNvPr id="5" name="Picture 4" descr="Царскосельская железная дорога — Википедия">
            <a:extLst>
              <a:ext uri="{FF2B5EF4-FFF2-40B4-BE49-F238E27FC236}">
                <a16:creationId xmlns:a16="http://schemas.microsoft.com/office/drawing/2014/main" id="{2D906F81-67CF-53F2-8A1B-D1ECBA4DA7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5480" y="1333881"/>
            <a:ext cx="6446520" cy="41902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13450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750E1-014E-2F32-5FE0-025C27322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0333" y="759121"/>
            <a:ext cx="4663440" cy="15544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 b="1" kern="1200" dirty="0" err="1">
                <a:latin typeface="+mj-lt"/>
                <a:ea typeface="+mj-ea"/>
                <a:cs typeface="+mj-cs"/>
              </a:rPr>
              <a:t>Споры</a:t>
            </a:r>
            <a:r>
              <a:rPr lang="en-US" sz="2800" b="1" kern="1200" dirty="0">
                <a:latin typeface="+mj-lt"/>
                <a:ea typeface="+mj-ea"/>
                <a:cs typeface="+mj-cs"/>
              </a:rPr>
              <a:t> и </a:t>
            </a:r>
            <a:r>
              <a:rPr lang="en-US" sz="2800" b="1" kern="1200" dirty="0" err="1">
                <a:latin typeface="+mj-lt"/>
                <a:ea typeface="+mj-ea"/>
                <a:cs typeface="+mj-cs"/>
              </a:rPr>
              <a:t>страхи</a:t>
            </a:r>
            <a:endParaRPr lang="en-US" sz="2800" b="1" kern="1200" dirty="0">
              <a:latin typeface="+mj-lt"/>
            </a:endParaRPr>
          </a:p>
        </p:txBody>
      </p:sp>
      <p:pic>
        <p:nvPicPr>
          <p:cNvPr id="3" name="Picture 2" descr="Файл:Ботман - Портрет Е. Ф. Канкрина (1872-1873).jpg — Википедия">
            <a:extLst>
              <a:ext uri="{FF2B5EF4-FFF2-40B4-BE49-F238E27FC236}">
                <a16:creationId xmlns:a16="http://schemas.microsoft.com/office/drawing/2014/main" id="{27699958-F001-4E78-BE49-D5A3476A742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" b="19040"/>
          <a:stretch>
            <a:fillRect/>
          </a:stretch>
        </p:blipFill>
        <p:spPr>
          <a:xfrm>
            <a:off x="20" y="10"/>
            <a:ext cx="6099028" cy="6857990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E12FF-198B-8BB7-1E0C-028E8A1AC927}"/>
              </a:ext>
            </a:extLst>
          </p:cNvPr>
          <p:cNvSpPr txBox="1"/>
          <p:nvPr/>
        </p:nvSpPr>
        <p:spPr>
          <a:xfrm>
            <a:off x="6900333" y="2423329"/>
            <a:ext cx="4663440" cy="3337560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457200" indent="-457200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/>
              <a:t>Противники железных дорог говорили: </a:t>
            </a:r>
          </a:p>
          <a:p>
            <a:pPr marL="457200" indent="-457200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/>
              <a:t> «Скорость вредна для здоровья» </a:t>
            </a:r>
          </a:p>
          <a:p>
            <a:pPr marL="457200" indent="-457200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/>
              <a:t> «Крестьяне разбегутся из деревень» </a:t>
            </a:r>
          </a:p>
          <a:p>
            <a:pPr marL="457200" indent="-457200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/>
              <a:t> «Зимой дороги занесёт снегом» </a:t>
            </a:r>
          </a:p>
          <a:p>
            <a:pPr marL="457200" indent="-457200">
              <a:lnSpc>
                <a:spcPct val="11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en-US" sz="2000"/>
              <a:t> Министр финансов Канкрин был категорически против</a:t>
            </a:r>
          </a:p>
        </p:txBody>
      </p:sp>
    </p:spTree>
    <p:extLst>
      <p:ext uri="{BB962C8B-B14F-4D97-AF65-F5344CB8AC3E}">
        <p14:creationId xmlns:p14="http://schemas.microsoft.com/office/powerpoint/2010/main" val="187927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9F20-7FE0-9464-CC8C-AAB74EE17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16246"/>
            <a:ext cx="5039021" cy="1527048"/>
          </a:xfrm>
        </p:spPr>
        <p:txBody>
          <a:bodyPr anchor="b">
            <a:normAutofit/>
          </a:bodyPr>
          <a:lstStyle/>
          <a:p>
            <a:r>
              <a:rPr lang="en-US" sz="2800" dirty="0" err="1"/>
              <a:t>Николаевская</a:t>
            </a:r>
            <a:r>
              <a:rPr lang="en-US" sz="2800" dirty="0"/>
              <a:t> </a:t>
            </a:r>
            <a:r>
              <a:rPr lang="en-US" sz="2800" dirty="0" err="1"/>
              <a:t>дорога</a:t>
            </a:r>
            <a:r>
              <a:rPr lang="en-US" sz="2800" dirty="0"/>
              <a:t>: </a:t>
            </a:r>
            <a:r>
              <a:rPr lang="en-US" sz="2800" dirty="0" err="1"/>
              <a:t>серьёзный</a:t>
            </a:r>
            <a:r>
              <a:rPr lang="en-US" sz="2800" dirty="0"/>
              <a:t> </a:t>
            </a:r>
            <a:r>
              <a:rPr lang="en-US" sz="2800" dirty="0" err="1"/>
              <a:t>проект</a:t>
            </a:r>
            <a:br>
              <a:rPr lang="en-US" sz="2800" dirty="0"/>
            </a:br>
            <a:r>
              <a:rPr lang="en-US" sz="2800" dirty="0"/>
              <a:t> (1843–1851)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72345-EDED-4266-CFF8-650FF0BB1E4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445808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err="1"/>
              <a:t>Москва</a:t>
            </a:r>
            <a:r>
              <a:rPr lang="en-US"/>
              <a:t> — </a:t>
            </a:r>
            <a:r>
              <a:rPr lang="en-US" err="1"/>
              <a:t>Петербург</a:t>
            </a:r>
            <a:r>
              <a:rPr lang="en-US"/>
              <a:t>: 645 </a:t>
            </a:r>
            <a:r>
              <a:rPr lang="en-US" err="1"/>
              <a:t>км</a:t>
            </a:r>
            <a:r>
              <a:rPr lang="en-US"/>
              <a:t> </a:t>
            </a:r>
          </a:p>
          <a:p>
            <a:r>
              <a:rPr lang="en-US"/>
              <a:t> </a:t>
            </a:r>
            <a:r>
              <a:rPr lang="en-US" err="1"/>
              <a:t>Строили</a:t>
            </a:r>
            <a:r>
              <a:rPr lang="en-US"/>
              <a:t> 8 </a:t>
            </a:r>
            <a:r>
              <a:rPr lang="en-US" err="1"/>
              <a:t>лет</a:t>
            </a:r>
            <a:r>
              <a:rPr lang="en-US"/>
              <a:t>, </a:t>
            </a:r>
            <a:r>
              <a:rPr lang="en-US" err="1"/>
              <a:t>задействовано</a:t>
            </a:r>
            <a:r>
              <a:rPr lang="en-US"/>
              <a:t> </a:t>
            </a:r>
            <a:r>
              <a:rPr lang="en-US" err="1"/>
              <a:t>до</a:t>
            </a:r>
            <a:r>
              <a:rPr lang="en-US"/>
              <a:t> 40 000 </a:t>
            </a:r>
            <a:r>
              <a:rPr lang="en-US" err="1"/>
              <a:t>рабочих</a:t>
            </a:r>
            <a:r>
              <a:rPr lang="en-US"/>
              <a:t> </a:t>
            </a:r>
          </a:p>
          <a:p>
            <a:r>
              <a:rPr lang="en-US"/>
              <a:t> </a:t>
            </a:r>
            <a:r>
              <a:rPr lang="en-US" err="1"/>
              <a:t>Николай</a:t>
            </a:r>
            <a:r>
              <a:rPr lang="en-US"/>
              <a:t> I </a:t>
            </a:r>
            <a:r>
              <a:rPr lang="en-US" err="1"/>
              <a:t>лично</a:t>
            </a:r>
            <a:r>
              <a:rPr lang="en-US"/>
              <a:t> </a:t>
            </a:r>
            <a:r>
              <a:rPr lang="en-US" err="1"/>
              <a:t>утвердил</a:t>
            </a:r>
            <a:r>
              <a:rPr lang="en-US"/>
              <a:t> </a:t>
            </a:r>
            <a:r>
              <a:rPr lang="en-US" err="1"/>
              <a:t>маршрут</a:t>
            </a:r>
            <a:r>
              <a:rPr lang="en-US"/>
              <a:t> </a:t>
            </a:r>
          </a:p>
          <a:p>
            <a:r>
              <a:rPr lang="en-US"/>
              <a:t> </a:t>
            </a:r>
            <a:r>
              <a:rPr lang="en-US" err="1"/>
              <a:t>Легенда</a:t>
            </a:r>
            <a:r>
              <a:rPr lang="en-US"/>
              <a:t>: </a:t>
            </a:r>
            <a:r>
              <a:rPr lang="en-US" err="1"/>
              <a:t>царь</a:t>
            </a:r>
            <a:r>
              <a:rPr lang="en-US"/>
              <a:t> </a:t>
            </a:r>
            <a:r>
              <a:rPr lang="en-US" err="1"/>
              <a:t>провёл</a:t>
            </a:r>
            <a:r>
              <a:rPr lang="en-US"/>
              <a:t> </a:t>
            </a:r>
            <a:r>
              <a:rPr lang="en-US" err="1"/>
              <a:t>линию</a:t>
            </a:r>
            <a:r>
              <a:rPr lang="en-US"/>
              <a:t> </a:t>
            </a:r>
            <a:r>
              <a:rPr lang="en-US" err="1"/>
              <a:t>по</a:t>
            </a:r>
            <a:r>
              <a:rPr lang="en-US"/>
              <a:t> </a:t>
            </a:r>
            <a:r>
              <a:rPr lang="en-US" err="1"/>
              <a:t>линейке</a:t>
            </a:r>
            <a:endParaRPr lang="en-US"/>
          </a:p>
        </p:txBody>
      </p:sp>
      <p:pic>
        <p:nvPicPr>
          <p:cNvPr id="5" name="Picture 4" descr="Путешествие из Петербурга в Москву на автомобиле">
            <a:extLst>
              <a:ext uri="{FF2B5EF4-FFF2-40B4-BE49-F238E27FC236}">
                <a16:creationId xmlns:a16="http://schemas.microsoft.com/office/drawing/2014/main" id="{071E431C-4F85-04E7-28A3-A2FABE0F10D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90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4137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20F23-1809-2CC4-1A94-F826616D2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>
            <a:normAutofit/>
          </a:bodyPr>
          <a:lstStyle/>
          <a:p>
            <a:r>
              <a:rPr lang="en-US" err="1"/>
              <a:t>Что</a:t>
            </a:r>
            <a:r>
              <a:rPr lang="en-US"/>
              <a:t> </a:t>
            </a:r>
            <a:r>
              <a:rPr lang="en-US" err="1"/>
              <a:t>изменили</a:t>
            </a:r>
            <a:r>
              <a:rPr lang="en-US"/>
              <a:t> </a:t>
            </a:r>
            <a:r>
              <a:rPr lang="en-US" err="1"/>
              <a:t>железные</a:t>
            </a:r>
            <a:r>
              <a:rPr lang="en-US"/>
              <a:t> </a:t>
            </a:r>
            <a:r>
              <a:rPr lang="en-US" err="1"/>
              <a:t>дороги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AD71A6-1036-A099-9BDF-27C11F75648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buFont typeface="Arial"/>
              <a:buChar char="•"/>
            </a:pPr>
            <a:r>
              <a:rPr lang="en-US" err="1"/>
              <a:t>Время</a:t>
            </a:r>
            <a:r>
              <a:rPr lang="en-US"/>
              <a:t> в </a:t>
            </a:r>
            <a:r>
              <a:rPr lang="en-US" err="1"/>
              <a:t>пути</a:t>
            </a:r>
            <a:r>
              <a:rPr lang="en-US"/>
              <a:t>: </a:t>
            </a:r>
            <a:r>
              <a:rPr lang="en-US" err="1"/>
              <a:t>Москва</a:t>
            </a:r>
            <a:r>
              <a:rPr lang="en-US"/>
              <a:t>–</a:t>
            </a:r>
            <a:r>
              <a:rPr lang="en-US" err="1"/>
              <a:t>Петербург</a:t>
            </a:r>
            <a:r>
              <a:rPr lang="en-US"/>
              <a:t> с 4–5 </a:t>
            </a:r>
            <a:r>
              <a:rPr lang="en-US" err="1"/>
              <a:t>дней</a:t>
            </a:r>
            <a:r>
              <a:rPr lang="en-US"/>
              <a:t> </a:t>
            </a:r>
            <a:r>
              <a:rPr lang="en-US" err="1"/>
              <a:t>до</a:t>
            </a:r>
            <a:r>
              <a:rPr lang="en-US"/>
              <a:t> 22 </a:t>
            </a:r>
            <a:r>
              <a:rPr lang="en-US" err="1"/>
              <a:t>часов</a:t>
            </a:r>
            <a:r>
              <a:rPr lang="en-US"/>
              <a:t> </a:t>
            </a:r>
            <a:endParaRPr lang="en-US" err="1"/>
          </a:p>
          <a:p>
            <a:pPr marL="342900" indent="-342900">
              <a:buFont typeface="Arial"/>
              <a:buChar char="•"/>
            </a:pPr>
            <a:r>
              <a:rPr lang="en-US"/>
              <a:t> </a:t>
            </a:r>
            <a:r>
              <a:rPr lang="en-US" err="1"/>
              <a:t>Дешевле</a:t>
            </a:r>
            <a:r>
              <a:rPr lang="en-US"/>
              <a:t> </a:t>
            </a:r>
            <a:r>
              <a:rPr lang="en-US" err="1"/>
              <a:t>стала</a:t>
            </a:r>
            <a:r>
              <a:rPr lang="en-US"/>
              <a:t> </a:t>
            </a:r>
            <a:r>
              <a:rPr lang="en-US" err="1"/>
              <a:t>перевозка</a:t>
            </a:r>
            <a:r>
              <a:rPr lang="en-US"/>
              <a:t> </a:t>
            </a:r>
            <a:r>
              <a:rPr lang="en-US" err="1"/>
              <a:t>грузов</a:t>
            </a:r>
            <a:r>
              <a:rPr lang="en-US"/>
              <a:t> </a:t>
            </a:r>
          </a:p>
          <a:p>
            <a:pPr marL="342900" indent="-342900">
              <a:buFont typeface="Arial"/>
              <a:buChar char="•"/>
            </a:pPr>
            <a:r>
              <a:rPr lang="en-US"/>
              <a:t> </a:t>
            </a:r>
            <a:r>
              <a:rPr lang="en-US" err="1"/>
              <a:t>Начала</a:t>
            </a:r>
            <a:r>
              <a:rPr lang="en-US"/>
              <a:t> </a:t>
            </a:r>
            <a:r>
              <a:rPr lang="en-US" err="1"/>
              <a:t>развиваться</a:t>
            </a:r>
            <a:r>
              <a:rPr lang="en-US"/>
              <a:t> </a:t>
            </a:r>
            <a:r>
              <a:rPr lang="en-US" err="1"/>
              <a:t>промышленность</a:t>
            </a:r>
            <a:r>
              <a:rPr lang="en-US"/>
              <a:t> </a:t>
            </a:r>
            <a:r>
              <a:rPr lang="en-US" err="1"/>
              <a:t>вдоль</a:t>
            </a:r>
            <a:r>
              <a:rPr lang="en-US"/>
              <a:t> </a:t>
            </a:r>
            <a:r>
              <a:rPr lang="en-US" err="1"/>
              <a:t>дорог</a:t>
            </a:r>
            <a:r>
              <a:rPr lang="en-US"/>
              <a:t> </a:t>
            </a:r>
          </a:p>
          <a:p>
            <a:pPr marL="342900" indent="-342900">
              <a:buFont typeface="Arial"/>
              <a:buChar char="•"/>
            </a:pPr>
            <a:r>
              <a:rPr lang="en-US"/>
              <a:t> </a:t>
            </a:r>
            <a:r>
              <a:rPr lang="en-US" err="1"/>
              <a:t>Россия</a:t>
            </a:r>
            <a:r>
              <a:rPr lang="en-US"/>
              <a:t> </a:t>
            </a:r>
            <a:r>
              <a:rPr lang="en-US" err="1"/>
              <a:t>стала</a:t>
            </a:r>
            <a:r>
              <a:rPr lang="en-US"/>
              <a:t> </a:t>
            </a:r>
            <a:r>
              <a:rPr lang="en-US" err="1"/>
              <a:t>другой</a:t>
            </a:r>
            <a:r>
              <a:rPr lang="en-US"/>
              <a:t> </a:t>
            </a:r>
            <a:r>
              <a:rPr lang="en-US" err="1"/>
              <a:t>страной</a:t>
            </a:r>
            <a:endParaRPr lang="en-US"/>
          </a:p>
        </p:txBody>
      </p:sp>
      <p:pic>
        <p:nvPicPr>
          <p:cNvPr id="3" name="Picture 2" descr="Reader1 • История железных дорог Российской империи. Часть 5. 1890-1899 годы">
            <a:extLst>
              <a:ext uri="{FF2B5EF4-FFF2-40B4-BE49-F238E27FC236}">
                <a16:creationId xmlns:a16="http://schemas.microsoft.com/office/drawing/2014/main" id="{F1C015FD-E626-E0BE-7C8A-9EBB4169D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319" b="-2"/>
          <a:stretch>
            <a:fillRect/>
          </a:stretch>
        </p:blipFill>
        <p:spPr>
          <a:xfrm>
            <a:off x="5745480" y="10"/>
            <a:ext cx="644652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844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Delivering with confidence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967315" y="2760556"/>
            <a:ext cx="8266176" cy="5605272"/>
          </a:xfrm>
        </p:spPr>
        <p:txBody>
          <a:bodyPr/>
          <a:lstStyle/>
          <a:p>
            <a:pPr algn="ctr"/>
            <a:r>
              <a:rPr lang="en-US" dirty="0" err="1"/>
              <a:t>Спасибо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 </a:t>
            </a:r>
            <a:r>
              <a:rPr lang="en-US" dirty="0" err="1"/>
              <a:t>внимание</a:t>
            </a:r>
            <a:r>
              <a:rPr lang="en-US" dirty="0"/>
              <a:t>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F10C717-93EF-4D86-BF6E-244725B73F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629CA71-ACFA-46CC-8E61-4A5AB670DDE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9F7478-D48A-4FC3-A70B-05B704278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521</Words>
  <Application>Microsoft Office PowerPoint</Application>
  <PresentationFormat>Widescreen</PresentationFormat>
  <Paragraphs>76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Helena</vt:lpstr>
      <vt:lpstr>Первые железные дороги в России</vt:lpstr>
      <vt:lpstr>Россия без дорог</vt:lpstr>
      <vt:lpstr>Царскосельская дорога: первый шаг (1837)</vt:lpstr>
      <vt:lpstr>Споры и страхи</vt:lpstr>
      <vt:lpstr>Николаевская дорога: серьёзный проект  (1843–1851)</vt:lpstr>
      <vt:lpstr>Что изменили железные дороги</vt:lpstr>
      <vt:lpstr>Delivering with confidence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426</cp:revision>
  <dcterms:created xsi:type="dcterms:W3CDTF">2026-03-13T07:45:16Z</dcterms:created>
  <dcterms:modified xsi:type="dcterms:W3CDTF">2026-04-10T07:34:21Z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