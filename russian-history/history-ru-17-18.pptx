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1509" r:id="rId7"/>
    <p:sldId id="1511" r:id="rId8"/>
    <p:sldId id="263" r:id="rId9"/>
    <p:sldId id="265" r:id="rId10"/>
    <p:sldId id="1513" r:id="rId11"/>
    <p:sldId id="1512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0EF09-4017-19A4-BFA6-E77DCB7CD3D7}" v="49" dt="2026-03-20T08:29:55.591"/>
    <p1510:client id="{1DE415E9-2B93-7718-A808-C5C85A4E5E92}" v="197" dt="2026-03-20T09:54:32.627"/>
    <p1510:client id="{F35897DF-6DBB-33A0-E574-40E6FB0A6FBF}" v="215" dt="2026-03-20T08:53:24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1694" y="-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Алешин" userId="811e2e97ab995316" providerId="Windows Live" clId="Web-{1DE415E9-2B93-7718-A808-C5C85A4E5E92}"/>
    <pc:docChg chg="addSld modSld sldOrd">
      <pc:chgData name="Иван Алешин" userId="811e2e97ab995316" providerId="Windows Live" clId="Web-{1DE415E9-2B93-7718-A808-C5C85A4E5E92}" dt="2026-03-20T09:54:32.627" v="193"/>
      <pc:docMkLst>
        <pc:docMk/>
      </pc:docMkLst>
      <pc:sldChg chg="addSp delSp modSp">
        <pc:chgData name="Иван Алешин" userId="811e2e97ab995316" providerId="Windows Live" clId="Web-{1DE415E9-2B93-7718-A808-C5C85A4E5E92}" dt="2026-03-20T09:54:14.580" v="190" actId="1076"/>
        <pc:sldMkLst>
          <pc:docMk/>
          <pc:sldMk cId="3069965530" sldId="256"/>
        </pc:sldMkLst>
        <pc:spChg chg="mod">
          <ac:chgData name="Иван Алешин" userId="811e2e97ab995316" providerId="Windows Live" clId="Web-{1DE415E9-2B93-7718-A808-C5C85A4E5E92}" dt="2026-03-20T09:31:40.771" v="1" actId="20577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1DE415E9-2B93-7718-A808-C5C85A4E5E92}" dt="2026-03-20T09:54:14.580" v="190" actId="1076"/>
          <ac:spMkLst>
            <pc:docMk/>
            <pc:sldMk cId="3069965530" sldId="256"/>
            <ac:spMk id="9" creationId="{593CF5B9-60DF-D5F1-5B8F-48291318B352}"/>
          </ac:spMkLst>
        </pc:spChg>
        <pc:picChg chg="add mod">
          <ac:chgData name="Иван Алешин" userId="811e2e97ab995316" providerId="Windows Live" clId="Web-{1DE415E9-2B93-7718-A808-C5C85A4E5E92}" dt="2026-03-20T09:54:13.736" v="189" actId="14100"/>
          <ac:picMkLst>
            <pc:docMk/>
            <pc:sldMk cId="3069965530" sldId="256"/>
            <ac:picMk id="2" creationId="{2746C4EA-C8E4-A481-B0CB-F5E86664EC23}"/>
          </ac:picMkLst>
        </pc:picChg>
        <pc:picChg chg="del">
          <ac:chgData name="Иван Алешин" userId="811e2e97ab995316" providerId="Windows Live" clId="Web-{1DE415E9-2B93-7718-A808-C5C85A4E5E92}" dt="2026-03-20T09:35:10.760" v="5"/>
          <ac:picMkLst>
            <pc:docMk/>
            <pc:sldMk cId="3069965530" sldId="256"/>
            <ac:picMk id="7" creationId="{4C8F9BA6-A1C0-E964-3647-F0D862D3A8A7}"/>
          </ac:picMkLst>
        </pc:picChg>
      </pc:sldChg>
      <pc:sldChg chg="addSp delSp modSp mod modClrScheme chgLayout">
        <pc:chgData name="Иван Алешин" userId="811e2e97ab995316" providerId="Windows Live" clId="Web-{1DE415E9-2B93-7718-A808-C5C85A4E5E92}" dt="2026-03-20T09:54:32.627" v="193"/>
        <pc:sldMkLst>
          <pc:docMk/>
          <pc:sldMk cId="4216523365" sldId="257"/>
        </pc:sldMkLst>
        <pc:spChg chg="mod">
          <ac:chgData name="Иван Алешин" userId="811e2e97ab995316" providerId="Windows Live" clId="Web-{1DE415E9-2B93-7718-A808-C5C85A4E5E92}" dt="2026-03-20T09:54:15.517" v="191"/>
          <ac:spMkLst>
            <pc:docMk/>
            <pc:sldMk cId="4216523365" sldId="257"/>
            <ac:spMk id="2" creationId="{93B255C6-1E2E-E4BD-2E9F-B3321C22A292}"/>
          </ac:spMkLst>
        </pc:spChg>
        <pc:spChg chg="mod ord">
          <ac:chgData name="Иван Алешин" userId="811e2e97ab995316" providerId="Windows Live" clId="Web-{1DE415E9-2B93-7718-A808-C5C85A4E5E92}" dt="2026-03-20T09:54:15.517" v="191"/>
          <ac:spMkLst>
            <pc:docMk/>
            <pc:sldMk cId="4216523365" sldId="257"/>
            <ac:spMk id="3" creationId="{432C04E6-B771-F1FA-85F4-B7984DE55A8E}"/>
          </ac:spMkLst>
        </pc:spChg>
        <pc:picChg chg="del">
          <ac:chgData name="Иван Алешин" userId="811e2e97ab995316" providerId="Windows Live" clId="Web-{1DE415E9-2B93-7718-A808-C5C85A4E5E92}" dt="2026-03-20T09:38:54.607" v="24"/>
          <ac:picMkLst>
            <pc:docMk/>
            <pc:sldMk cId="4216523365" sldId="257"/>
            <ac:picMk id="4" creationId="{39AB0320-36C1-C905-611A-721F8F34CB24}"/>
          </ac:picMkLst>
        </pc:picChg>
        <pc:picChg chg="add del mod">
          <ac:chgData name="Иван Алешин" userId="811e2e97ab995316" providerId="Windows Live" clId="Web-{1DE415E9-2B93-7718-A808-C5C85A4E5E92}" dt="2026-03-20T09:54:32.627" v="193"/>
          <ac:picMkLst>
            <pc:docMk/>
            <pc:sldMk cId="4216523365" sldId="257"/>
            <ac:picMk id="5" creationId="{08DA28CE-718A-6FA8-FC0B-C15DAFD5CADC}"/>
          </ac:picMkLst>
        </pc:picChg>
      </pc:sldChg>
      <pc:sldChg chg="addSp delSp modSp mod modClrScheme chgLayout">
        <pc:chgData name="Иван Алешин" userId="811e2e97ab995316" providerId="Windows Live" clId="Web-{1DE415E9-2B93-7718-A808-C5C85A4E5E92}" dt="2026-03-20T09:47:38.899" v="137"/>
        <pc:sldMkLst>
          <pc:docMk/>
          <pc:sldMk cId="1941379388" sldId="263"/>
        </pc:sldMkLst>
        <pc:spChg chg="mod">
          <ac:chgData name="Иван Алешин" userId="811e2e97ab995316" providerId="Windows Live" clId="Web-{1DE415E9-2B93-7718-A808-C5C85A4E5E92}" dt="2026-03-20T09:47:38.899" v="137"/>
          <ac:spMkLst>
            <pc:docMk/>
            <pc:sldMk cId="1941379388" sldId="263"/>
            <ac:spMk id="2" creationId="{90979F20-7FE0-9464-CC8C-AAB74EE175D5}"/>
          </ac:spMkLst>
        </pc:spChg>
        <pc:spChg chg="mod">
          <ac:chgData name="Иван Алешин" userId="811e2e97ab995316" providerId="Windows Live" clId="Web-{1DE415E9-2B93-7718-A808-C5C85A4E5E92}" dt="2026-03-20T09:47:38.899" v="137"/>
          <ac:spMkLst>
            <pc:docMk/>
            <pc:sldMk cId="1941379388" sldId="263"/>
            <ac:spMk id="4" creationId="{A8072345-EDED-4266-CFF8-650FF0BB1E47}"/>
          </ac:spMkLst>
        </pc:spChg>
        <pc:picChg chg="add mod modCrop">
          <ac:chgData name="Иван Алешин" userId="811e2e97ab995316" providerId="Windows Live" clId="Web-{1DE415E9-2B93-7718-A808-C5C85A4E5E92}" dt="2026-03-20T09:47:38.899" v="137"/>
          <ac:picMkLst>
            <pc:docMk/>
            <pc:sldMk cId="1941379388" sldId="263"/>
            <ac:picMk id="3" creationId="{FB45871C-6A22-7F44-C53A-6564D0F3FF2B}"/>
          </ac:picMkLst>
        </pc:picChg>
        <pc:picChg chg="del">
          <ac:chgData name="Иван Алешин" userId="811e2e97ab995316" providerId="Windows Live" clId="Web-{1DE415E9-2B93-7718-A808-C5C85A4E5E92}" dt="2026-03-20T09:45:42.520" v="116"/>
          <ac:picMkLst>
            <pc:docMk/>
            <pc:sldMk cId="1941379388" sldId="263"/>
            <ac:picMk id="5" creationId="{C00EA854-DBBA-94B1-EA81-88061BF6E2E5}"/>
          </ac:picMkLst>
        </pc:picChg>
      </pc:sldChg>
      <pc:sldChg chg="addSp delSp modSp mod modClrScheme chgLayout">
        <pc:chgData name="Иван Алешин" userId="811e2e97ab995316" providerId="Windows Live" clId="Web-{1DE415E9-2B93-7718-A808-C5C85A4E5E92}" dt="2026-03-20T09:49:35.950" v="152"/>
        <pc:sldMkLst>
          <pc:docMk/>
          <pc:sldMk cId="3599844030" sldId="265"/>
        </pc:sldMkLst>
        <pc:spChg chg="mod">
          <ac:chgData name="Иван Алешин" userId="811e2e97ab995316" providerId="Windows Live" clId="Web-{1DE415E9-2B93-7718-A808-C5C85A4E5E92}" dt="2026-03-20T09:49:35.950" v="152"/>
          <ac:spMkLst>
            <pc:docMk/>
            <pc:sldMk cId="3599844030" sldId="265"/>
            <ac:spMk id="2" creationId="{99120F23-1809-2CC4-1A94-F826616D2DF4}"/>
          </ac:spMkLst>
        </pc:spChg>
        <pc:spChg chg="mod ord">
          <ac:chgData name="Иван Алешин" userId="811e2e97ab995316" providerId="Windows Live" clId="Web-{1DE415E9-2B93-7718-A808-C5C85A4E5E92}" dt="2026-03-20T09:49:35.950" v="152"/>
          <ac:spMkLst>
            <pc:docMk/>
            <pc:sldMk cId="3599844030" sldId="265"/>
            <ac:spMk id="4" creationId="{CBAD71A6-1036-A099-9BDF-27C11F75648B}"/>
          </ac:spMkLst>
        </pc:spChg>
        <pc:picChg chg="del">
          <ac:chgData name="Иван Алешин" userId="811e2e97ab995316" providerId="Windows Live" clId="Web-{1DE415E9-2B93-7718-A808-C5C85A4E5E92}" dt="2026-03-20T09:48:21.416" v="149"/>
          <ac:picMkLst>
            <pc:docMk/>
            <pc:sldMk cId="3599844030" sldId="265"/>
            <ac:picMk id="3" creationId="{2C44999F-22C6-163A-26BD-1828C6AD1B50}"/>
          </ac:picMkLst>
        </pc:picChg>
        <pc:picChg chg="del">
          <ac:chgData name="Иван Алешин" userId="811e2e97ab995316" providerId="Windows Live" clId="Web-{1DE415E9-2B93-7718-A808-C5C85A4E5E92}" dt="2026-03-20T09:48:19.041" v="148"/>
          <ac:picMkLst>
            <pc:docMk/>
            <pc:sldMk cId="3599844030" sldId="265"/>
            <ac:picMk id="5" creationId="{FFF1C6CA-FEBC-C886-4FD6-290695F8CD78}"/>
          </ac:picMkLst>
        </pc:picChg>
        <pc:picChg chg="add mod">
          <ac:chgData name="Иван Алешин" userId="811e2e97ab995316" providerId="Windows Live" clId="Web-{1DE415E9-2B93-7718-A808-C5C85A4E5E92}" dt="2026-03-20T09:49:35.950" v="152"/>
          <ac:picMkLst>
            <pc:docMk/>
            <pc:sldMk cId="3599844030" sldId="265"/>
            <ac:picMk id="6" creationId="{7B12A0F3-9470-F92D-3DB8-BFFDA199B563}"/>
          </ac:picMkLst>
        </pc:picChg>
      </pc:sldChg>
      <pc:sldChg chg="addSp delSp modSp">
        <pc:chgData name="Иван Алешин" userId="811e2e97ab995316" providerId="Windows Live" clId="Web-{1DE415E9-2B93-7718-A808-C5C85A4E5E92}" dt="2026-03-20T09:42:50.102" v="90" actId="20577"/>
        <pc:sldMkLst>
          <pc:docMk/>
          <pc:sldMk cId="3313450045" sldId="1509"/>
        </pc:sldMkLst>
        <pc:spChg chg="mod">
          <ac:chgData name="Иван Алешин" userId="811e2e97ab995316" providerId="Windows Live" clId="Web-{1DE415E9-2B93-7718-A808-C5C85A4E5E92}" dt="2026-03-20T09:41:17.234" v="80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1DE415E9-2B93-7718-A808-C5C85A4E5E92}" dt="2026-03-20T09:42:50.102" v="90" actId="20577"/>
          <ac:spMkLst>
            <pc:docMk/>
            <pc:sldMk cId="3313450045" sldId="1509"/>
            <ac:spMk id="3" creationId="{1A385359-5FD3-D5C8-1467-F7082543AA4C}"/>
          </ac:spMkLst>
        </pc:spChg>
        <pc:picChg chg="add mod">
          <ac:chgData name="Иван Алешин" userId="811e2e97ab995316" providerId="Windows Live" clId="Web-{1DE415E9-2B93-7718-A808-C5C85A4E5E92}" dt="2026-03-20T09:42:33.085" v="87" actId="14100"/>
          <ac:picMkLst>
            <pc:docMk/>
            <pc:sldMk cId="3313450045" sldId="1509"/>
            <ac:picMk id="4" creationId="{853DBA87-B4FD-75B5-923A-0121F0A73BC2}"/>
          </ac:picMkLst>
        </pc:picChg>
        <pc:picChg chg="del">
          <ac:chgData name="Иван Алешин" userId="811e2e97ab995316" providerId="Windows Live" clId="Web-{1DE415E9-2B93-7718-A808-C5C85A4E5E92}" dt="2026-03-20T09:42:22.600" v="84"/>
          <ac:picMkLst>
            <pc:docMk/>
            <pc:sldMk cId="3313450045" sldId="1509"/>
            <ac:picMk id="5" creationId="{CA9F1A02-DE90-B81E-508E-E73F370A3ADB}"/>
          </ac:picMkLst>
        </pc:picChg>
      </pc:sldChg>
      <pc:sldChg chg="addSp delSp modSp mod modClrScheme chgLayout">
        <pc:chgData name="Иван Алешин" userId="811e2e97ab995316" providerId="Windows Live" clId="Web-{1DE415E9-2B93-7718-A808-C5C85A4E5E92}" dt="2026-03-20T09:45:12.690" v="115" actId="20577"/>
        <pc:sldMkLst>
          <pc:docMk/>
          <pc:sldMk cId="187927555" sldId="1511"/>
        </pc:sldMkLst>
        <pc:spChg chg="mod">
          <ac:chgData name="Иван Алешин" userId="811e2e97ab995316" providerId="Windows Live" clId="Web-{1DE415E9-2B93-7718-A808-C5C85A4E5E92}" dt="2026-03-20T09:44:49.017" v="111"/>
          <ac:spMkLst>
            <pc:docMk/>
            <pc:sldMk cId="187927555" sldId="1511"/>
            <ac:spMk id="2" creationId="{9BB750E1-014E-2F32-5FE0-025C27322ADF}"/>
          </ac:spMkLst>
        </pc:spChg>
        <pc:spChg chg="del mod">
          <ac:chgData name="Иван Алешин" userId="811e2e97ab995316" providerId="Windows Live" clId="Web-{1DE415E9-2B93-7718-A808-C5C85A4E5E92}" dt="2026-03-20T09:43:30.652" v="105"/>
          <ac:spMkLst>
            <pc:docMk/>
            <pc:sldMk cId="187927555" sldId="1511"/>
            <ac:spMk id="3" creationId="{A36B70B6-B9DD-8293-E045-C9E0BE21FEB2}"/>
          </ac:spMkLst>
        </pc:spChg>
        <pc:spChg chg="mod ord">
          <ac:chgData name="Иван Алешин" userId="811e2e97ab995316" providerId="Windows Live" clId="Web-{1DE415E9-2B93-7718-A808-C5C85A4E5E92}" dt="2026-03-20T09:45:12.690" v="115" actId="20577"/>
          <ac:spMkLst>
            <pc:docMk/>
            <pc:sldMk cId="187927555" sldId="1511"/>
            <ac:spMk id="6" creationId="{D28E12FF-198B-8BB7-1E0C-028E8A1AC927}"/>
          </ac:spMkLst>
        </pc:spChg>
        <pc:picChg chg="add mod">
          <ac:chgData name="Иван Алешин" userId="811e2e97ab995316" providerId="Windows Live" clId="Web-{1DE415E9-2B93-7718-A808-C5C85A4E5E92}" dt="2026-03-20T09:44:49.017" v="111"/>
          <ac:picMkLst>
            <pc:docMk/>
            <pc:sldMk cId="187927555" sldId="1511"/>
            <ac:picMk id="4" creationId="{C2CA7301-61C4-E18B-01AE-8657C77584CC}"/>
          </ac:picMkLst>
        </pc:picChg>
        <pc:picChg chg="del">
          <ac:chgData name="Иван Алешин" userId="811e2e97ab995316" providerId="Windows Live" clId="Web-{1DE415E9-2B93-7718-A808-C5C85A4E5E92}" dt="2026-03-20T09:44:35.844" v="109"/>
          <ac:picMkLst>
            <pc:docMk/>
            <pc:sldMk cId="187927555" sldId="1511"/>
            <ac:picMk id="5" creationId="{C07C9DF3-3949-F624-FC7A-85E5B2E2516E}"/>
          </ac:picMkLst>
        </pc:picChg>
      </pc:sldChg>
      <pc:sldChg chg="addSp delSp modSp">
        <pc:chgData name="Иван Алешин" userId="811e2e97ab995316" providerId="Windows Live" clId="Web-{1DE415E9-2B93-7718-A808-C5C85A4E5E92}" dt="2026-03-20T09:53:24.376" v="185"/>
        <pc:sldMkLst>
          <pc:docMk/>
          <pc:sldMk cId="2550444143" sldId="1512"/>
        </pc:sldMkLst>
        <pc:spChg chg="mod">
          <ac:chgData name="Иван Алешин" userId="811e2e97ab995316" providerId="Windows Live" clId="Web-{1DE415E9-2B93-7718-A808-C5C85A4E5E92}" dt="2026-03-20T09:53:24.376" v="185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1DE415E9-2B93-7718-A808-C5C85A4E5E92}" dt="2026-03-20T09:53:24.376" v="185"/>
          <ac:spMkLst>
            <pc:docMk/>
            <pc:sldMk cId="2550444143" sldId="1512"/>
            <ac:spMk id="4" creationId="{70B1604B-6628-8D00-F85F-A92A551F45B7}"/>
          </ac:spMkLst>
        </pc:spChg>
        <pc:picChg chg="add mod">
          <ac:chgData name="Иван Алешин" userId="811e2e97ab995316" providerId="Windows Live" clId="Web-{1DE415E9-2B93-7718-A808-C5C85A4E5E92}" dt="2026-03-20T09:53:24.376" v="185"/>
          <ac:picMkLst>
            <pc:docMk/>
            <pc:sldMk cId="2550444143" sldId="1512"/>
            <ac:picMk id="3" creationId="{A11FD43C-F262-77C7-B80C-35B2EA875B62}"/>
          </ac:picMkLst>
        </pc:picChg>
        <pc:picChg chg="del">
          <ac:chgData name="Иван Алешин" userId="811e2e97ab995316" providerId="Windows Live" clId="Web-{1DE415E9-2B93-7718-A808-C5C85A4E5E92}" dt="2026-03-20T09:52:24.641" v="182"/>
          <ac:picMkLst>
            <pc:docMk/>
            <pc:sldMk cId="2550444143" sldId="1512"/>
            <ac:picMk id="6" creationId="{F0E40822-C6A3-4925-8375-C337698BFD89}"/>
          </ac:picMkLst>
        </pc:picChg>
      </pc:sldChg>
      <pc:sldChg chg="addSp delSp modSp add mod ord replId modClrScheme chgLayout">
        <pc:chgData name="Иван Алешин" userId="811e2e97ab995316" providerId="Windows Live" clId="Web-{1DE415E9-2B93-7718-A808-C5C85A4E5E92}" dt="2026-03-20T09:51:56.234" v="179"/>
        <pc:sldMkLst>
          <pc:docMk/>
          <pc:sldMk cId="1037182923" sldId="1513"/>
        </pc:sldMkLst>
        <pc:spChg chg="mod">
          <ac:chgData name="Иван Алешин" userId="811e2e97ab995316" providerId="Windows Live" clId="Web-{1DE415E9-2B93-7718-A808-C5C85A4E5E92}" dt="2026-03-20T09:51:56.234" v="179"/>
          <ac:spMkLst>
            <pc:docMk/>
            <pc:sldMk cId="1037182923" sldId="1513"/>
            <ac:spMk id="2" creationId="{8CE77988-4F39-40FC-37C6-96110FEDEDC5}"/>
          </ac:spMkLst>
        </pc:spChg>
        <pc:spChg chg="mod">
          <ac:chgData name="Иван Алешин" userId="811e2e97ab995316" providerId="Windows Live" clId="Web-{1DE415E9-2B93-7718-A808-C5C85A4E5E92}" dt="2026-03-20T09:51:56.234" v="179"/>
          <ac:spMkLst>
            <pc:docMk/>
            <pc:sldMk cId="1037182923" sldId="1513"/>
            <ac:spMk id="4" creationId="{9339F3B2-A24B-9E1C-F0AD-157F3233350F}"/>
          </ac:spMkLst>
        </pc:spChg>
        <pc:picChg chg="del">
          <ac:chgData name="Иван Алешин" userId="811e2e97ab995316" providerId="Windows Live" clId="Web-{1DE415E9-2B93-7718-A808-C5C85A4E5E92}" dt="2026-03-20T09:51:42.390" v="176"/>
          <ac:picMkLst>
            <pc:docMk/>
            <pc:sldMk cId="1037182923" sldId="1513"/>
            <ac:picMk id="3" creationId="{987C976B-53FC-6047-1D3D-0CF4D88A1B29}"/>
          </ac:picMkLst>
        </pc:picChg>
        <pc:picChg chg="add mod">
          <ac:chgData name="Иван Алешин" userId="811e2e97ab995316" providerId="Windows Live" clId="Web-{1DE415E9-2B93-7718-A808-C5C85A4E5E92}" dt="2026-03-20T09:51:56.234" v="179"/>
          <ac:picMkLst>
            <pc:docMk/>
            <pc:sldMk cId="1037182923" sldId="1513"/>
            <ac:picMk id="5" creationId="{825D800E-7B8B-CF80-18AC-1BCB6662A0FD}"/>
          </ac:picMkLst>
        </pc:picChg>
      </pc:sldChg>
    </pc:docChg>
  </pc:docChgLst>
  <pc:docChgLst>
    <pc:chgData name="Иван Алешин" userId="811e2e97ab995316" providerId="Windows Live" clId="Web-{F35897DF-6DBB-33A0-E574-40E6FB0A6FBF}"/>
    <pc:docChg chg="addSld modSld">
      <pc:chgData name="Иван Алешин" userId="811e2e97ab995316" providerId="Windows Live" clId="Web-{F35897DF-6DBB-33A0-E574-40E6FB0A6FBF}" dt="2026-03-20T08:53:24.425" v="219" actId="1076"/>
      <pc:docMkLst>
        <pc:docMk/>
      </pc:docMkLst>
      <pc:sldChg chg="addSp delSp modSp mod modClrScheme chgLayout">
        <pc:chgData name="Иван Алешин" userId="811e2e97ab995316" providerId="Windows Live" clId="Web-{F35897DF-6DBB-33A0-E574-40E6FB0A6FBF}" dt="2026-03-20T08:43:43.280" v="131" actId="1076"/>
        <pc:sldMkLst>
          <pc:docMk/>
          <pc:sldMk cId="1941379388" sldId="263"/>
        </pc:sldMkLst>
        <pc:spChg chg="mod">
          <ac:chgData name="Иван Алешин" userId="811e2e97ab995316" providerId="Windows Live" clId="Web-{F35897DF-6DBB-33A0-E574-40E6FB0A6FBF}" dt="2026-03-20T08:41:12.604" v="100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F35897DF-6DBB-33A0-E574-40E6FB0A6FBF}" dt="2026-03-20T08:43:43.280" v="131" actId="1076"/>
          <ac:spMkLst>
            <pc:docMk/>
            <pc:sldMk cId="1941379388" sldId="263"/>
            <ac:spMk id="4" creationId="{A8072345-EDED-4266-CFF8-650FF0BB1E47}"/>
          </ac:spMkLst>
        </pc:spChg>
        <pc:picChg chg="del">
          <ac:chgData name="Иван Алешин" userId="811e2e97ab995316" providerId="Windows Live" clId="Web-{F35897DF-6DBB-33A0-E574-40E6FB0A6FBF}" dt="2026-03-20T08:40:56.698" v="96"/>
          <ac:picMkLst>
            <pc:docMk/>
            <pc:sldMk cId="1941379388" sldId="263"/>
            <ac:picMk id="3" creationId="{B915A031-0D13-0EEE-BC1F-034F3B3E09AA}"/>
          </ac:picMkLst>
        </pc:picChg>
        <pc:picChg chg="add mod">
          <ac:chgData name="Иван Алешин" userId="811e2e97ab995316" providerId="Windows Live" clId="Web-{F35897DF-6DBB-33A0-E574-40E6FB0A6FBF}" dt="2026-03-20T08:43:22.902" v="128" actId="1076"/>
          <ac:picMkLst>
            <pc:docMk/>
            <pc:sldMk cId="1941379388" sldId="263"/>
            <ac:picMk id="5" creationId="{C00EA854-DBBA-94B1-EA81-88061BF6E2E5}"/>
          </ac:picMkLst>
        </pc:picChg>
      </pc:sldChg>
      <pc:sldChg chg="addSp delSp modSp">
        <pc:chgData name="Иван Алешин" userId="811e2e97ab995316" providerId="Windows Live" clId="Web-{F35897DF-6DBB-33A0-E574-40E6FB0A6FBF}" dt="2026-03-20T08:50:04.731" v="199" actId="1076"/>
        <pc:sldMkLst>
          <pc:docMk/>
          <pc:sldMk cId="3599844030" sldId="265"/>
        </pc:sldMkLst>
        <pc:spChg chg="mod">
          <ac:chgData name="Иван Алешин" userId="811e2e97ab995316" providerId="Windows Live" clId="Web-{F35897DF-6DBB-33A0-E574-40E6FB0A6FBF}" dt="2026-03-20T08:49:57.121" v="197" actId="14100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F35897DF-6DBB-33A0-E574-40E6FB0A6FBF}" dt="2026-03-20T08:45:26.776" v="157" actId="20577"/>
          <ac:spMkLst>
            <pc:docMk/>
            <pc:sldMk cId="3599844030" sldId="265"/>
            <ac:spMk id="4" creationId="{CBAD71A6-1036-A099-9BDF-27C11F75648B}"/>
          </ac:spMkLst>
        </pc:spChg>
        <pc:picChg chg="add mod modCrop">
          <ac:chgData name="Иван Алешин" userId="811e2e97ab995316" providerId="Windows Live" clId="Web-{F35897DF-6DBB-33A0-E574-40E6FB0A6FBF}" dt="2026-03-20T08:50:01.809" v="198" actId="14100"/>
          <ac:picMkLst>
            <pc:docMk/>
            <pc:sldMk cId="3599844030" sldId="265"/>
            <ac:picMk id="3" creationId="{2C44999F-22C6-163A-26BD-1828C6AD1B50}"/>
          </ac:picMkLst>
        </pc:picChg>
        <pc:picChg chg="add del mod modCrop">
          <ac:chgData name="Иван Алешин" userId="811e2e97ab995316" providerId="Windows Live" clId="Web-{F35897DF-6DBB-33A0-E574-40E6FB0A6FBF}" dt="2026-03-20T08:50:04.731" v="199" actId="1076"/>
          <ac:picMkLst>
            <pc:docMk/>
            <pc:sldMk cId="3599844030" sldId="265"/>
            <ac:picMk id="5" creationId="{FFF1C6CA-FEBC-C886-4FD6-290695F8CD78}"/>
          </ac:picMkLst>
        </pc:picChg>
        <pc:picChg chg="del">
          <ac:chgData name="Иван Алешин" userId="811e2e97ab995316" providerId="Windows Live" clId="Web-{F35897DF-6DBB-33A0-E574-40E6FB0A6FBF}" dt="2026-03-20T08:45:27.510" v="158"/>
          <ac:picMkLst>
            <pc:docMk/>
            <pc:sldMk cId="3599844030" sldId="265"/>
            <ac:picMk id="7" creationId="{3CDC4D1A-96CC-42C4-5D99-D2149DD96046}"/>
          </ac:picMkLst>
        </pc:picChg>
      </pc:sldChg>
      <pc:sldChg chg="addSp delSp modSp mod modClrScheme chgLayout">
        <pc:chgData name="Иван Алешин" userId="811e2e97ab995316" providerId="Windows Live" clId="Web-{F35897DF-6DBB-33A0-E574-40E6FB0A6FBF}" dt="2026-03-20T08:38:43.302" v="67" actId="14100"/>
        <pc:sldMkLst>
          <pc:docMk/>
          <pc:sldMk cId="3313450045" sldId="1509"/>
        </pc:sldMkLst>
        <pc:spChg chg="mod">
          <ac:chgData name="Иван Алешин" userId="811e2e97ab995316" providerId="Windows Live" clId="Web-{F35897DF-6DBB-33A0-E574-40E6FB0A6FBF}" dt="2026-03-20T08:38:43.287" v="66" actId="14100"/>
          <ac:spMkLst>
            <pc:docMk/>
            <pc:sldMk cId="3313450045" sldId="1509"/>
            <ac:spMk id="2" creationId="{8AA144A5-0283-F980-85F3-EE51746FC4CD}"/>
          </ac:spMkLst>
        </pc:spChg>
        <pc:spChg chg="mod ord">
          <ac:chgData name="Иван Алешин" userId="811e2e97ab995316" providerId="Windows Live" clId="Web-{F35897DF-6DBB-33A0-E574-40E6FB0A6FBF}" dt="2026-03-20T08:38:43.302" v="67" actId="14100"/>
          <ac:spMkLst>
            <pc:docMk/>
            <pc:sldMk cId="3313450045" sldId="1509"/>
            <ac:spMk id="3" creationId="{1A385359-5FD3-D5C8-1467-F7082543AA4C}"/>
          </ac:spMkLst>
        </pc:spChg>
        <pc:picChg chg="add del mod">
          <ac:chgData name="Иван Алешин" userId="811e2e97ab995316" providerId="Windows Live" clId="Web-{F35897DF-6DBB-33A0-E574-40E6FB0A6FBF}" dt="2026-03-20T08:31:39.869" v="2"/>
          <ac:picMkLst>
            <pc:docMk/>
            <pc:sldMk cId="3313450045" sldId="1509"/>
            <ac:picMk id="4" creationId="{475A16EF-BC6E-FD50-3ECF-82855D28A8F8}"/>
          </ac:picMkLst>
        </pc:picChg>
        <pc:picChg chg="add mod">
          <ac:chgData name="Иван Алешин" userId="811e2e97ab995316" providerId="Windows Live" clId="Web-{F35897DF-6DBB-33A0-E574-40E6FB0A6FBF}" dt="2026-03-20T08:38:31.208" v="65" actId="1076"/>
          <ac:picMkLst>
            <pc:docMk/>
            <pc:sldMk cId="3313450045" sldId="1509"/>
            <ac:picMk id="5" creationId="{CA9F1A02-DE90-B81E-508E-E73F370A3ADB}"/>
          </ac:picMkLst>
        </pc:picChg>
      </pc:sldChg>
      <pc:sldChg chg="addSp delSp modSp mod modClrScheme chgLayout">
        <pc:chgData name="Иван Алешин" userId="811e2e97ab995316" providerId="Windows Live" clId="Web-{F35897DF-6DBB-33A0-E574-40E6FB0A6FBF}" dt="2026-03-20T08:38:07.676" v="64" actId="1076"/>
        <pc:sldMkLst>
          <pc:docMk/>
          <pc:sldMk cId="187927555" sldId="1511"/>
        </pc:sldMkLst>
        <pc:spChg chg="mod">
          <ac:chgData name="Иван Алешин" userId="811e2e97ab995316" providerId="Windows Live" clId="Web-{F35897DF-6DBB-33A0-E574-40E6FB0A6FBF}" dt="2026-03-20T08:38:04.691" v="63" actId="1076"/>
          <ac:spMkLst>
            <pc:docMk/>
            <pc:sldMk cId="187927555" sldId="1511"/>
            <ac:spMk id="2" creationId="{9BB750E1-014E-2F32-5FE0-025C27322ADF}"/>
          </ac:spMkLst>
        </pc:spChg>
        <pc:spChg chg="mod">
          <ac:chgData name="Иван Алешин" userId="811e2e97ab995316" providerId="Windows Live" clId="Web-{F35897DF-6DBB-33A0-E574-40E6FB0A6FBF}" dt="2026-03-20T08:38:07.676" v="64" actId="1076"/>
          <ac:spMkLst>
            <pc:docMk/>
            <pc:sldMk cId="187927555" sldId="1511"/>
            <ac:spMk id="3" creationId="{A36B70B6-B9DD-8293-E045-C9E0BE21FEB2}"/>
          </ac:spMkLst>
        </pc:spChg>
        <pc:spChg chg="add mod">
          <ac:chgData name="Иван Алешин" userId="811e2e97ab995316" providerId="Windows Live" clId="Web-{F35897DF-6DBB-33A0-E574-40E6FB0A6FBF}" dt="2026-03-20T08:38:00.285" v="62" actId="1076"/>
          <ac:spMkLst>
            <pc:docMk/>
            <pc:sldMk cId="187927555" sldId="1511"/>
            <ac:spMk id="6" creationId="{D28E12FF-198B-8BB7-1E0C-028E8A1AC927}"/>
          </ac:spMkLst>
        </pc:spChg>
        <pc:picChg chg="del">
          <ac:chgData name="Иван Алешин" userId="811e2e97ab995316" providerId="Windows Live" clId="Web-{F35897DF-6DBB-33A0-E574-40E6FB0A6FBF}" dt="2026-03-20T08:35:59.700" v="33"/>
          <ac:picMkLst>
            <pc:docMk/>
            <pc:sldMk cId="187927555" sldId="1511"/>
            <ac:picMk id="4" creationId="{9AC1348A-9939-ED92-C987-8FE4F4ACE909}"/>
          </ac:picMkLst>
        </pc:picChg>
        <pc:picChg chg="add mod">
          <ac:chgData name="Иван Алешин" userId="811e2e97ab995316" providerId="Windows Live" clId="Web-{F35897DF-6DBB-33A0-E574-40E6FB0A6FBF}" dt="2026-03-20T08:36:18.076" v="39"/>
          <ac:picMkLst>
            <pc:docMk/>
            <pc:sldMk cId="187927555" sldId="1511"/>
            <ac:picMk id="5" creationId="{C07C9DF3-3949-F624-FC7A-85E5B2E2516E}"/>
          </ac:picMkLst>
        </pc:picChg>
      </pc:sldChg>
      <pc:sldChg chg="addSp delSp modSp add mod replId modClrScheme chgLayout">
        <pc:chgData name="Иван Алешин" userId="811e2e97ab995316" providerId="Windows Live" clId="Web-{F35897DF-6DBB-33A0-E574-40E6FB0A6FBF}" dt="2026-03-20T08:53:24.425" v="219" actId="1076"/>
        <pc:sldMkLst>
          <pc:docMk/>
          <pc:sldMk cId="2550444143" sldId="1512"/>
        </pc:sldMkLst>
        <pc:spChg chg="mod">
          <ac:chgData name="Иван Алешин" userId="811e2e97ab995316" providerId="Windows Live" clId="Web-{F35897DF-6DBB-33A0-E574-40E6FB0A6FBF}" dt="2026-03-20T08:53:24.409" v="218" actId="1076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F35897DF-6DBB-33A0-E574-40E6FB0A6FBF}" dt="2026-03-20T08:53:24.425" v="219" actId="1076"/>
          <ac:spMkLst>
            <pc:docMk/>
            <pc:sldMk cId="2550444143" sldId="1512"/>
            <ac:spMk id="4" creationId="{70B1604B-6628-8D00-F85F-A92A551F45B7}"/>
          </ac:spMkLst>
        </pc:spChg>
        <pc:picChg chg="del">
          <ac:chgData name="Иван Алешин" userId="811e2e97ab995316" providerId="Windows Live" clId="Web-{F35897DF-6DBB-33A0-E574-40E6FB0A6FBF}" dt="2026-03-20T08:51:32.344" v="203"/>
          <ac:picMkLst>
            <pc:docMk/>
            <pc:sldMk cId="2550444143" sldId="1512"/>
            <ac:picMk id="3" creationId="{BDFEE54E-6715-8902-2E55-5521E3E38AF9}"/>
          </ac:picMkLst>
        </pc:picChg>
        <pc:picChg chg="del">
          <ac:chgData name="Иван Алешин" userId="811e2e97ab995316" providerId="Windows Live" clId="Web-{F35897DF-6DBB-33A0-E574-40E6FB0A6FBF}" dt="2026-03-20T08:51:33.922" v="204"/>
          <ac:picMkLst>
            <pc:docMk/>
            <pc:sldMk cId="2550444143" sldId="1512"/>
            <ac:picMk id="5" creationId="{B2EBDF95-C8A0-DC0E-7F04-50BC534DAECA}"/>
          </ac:picMkLst>
        </pc:picChg>
        <pc:picChg chg="add mod">
          <ac:chgData name="Иван Алешин" userId="811e2e97ab995316" providerId="Windows Live" clId="Web-{F35897DF-6DBB-33A0-E574-40E6FB0A6FBF}" dt="2026-03-20T08:51:48.954" v="206"/>
          <ac:picMkLst>
            <pc:docMk/>
            <pc:sldMk cId="2550444143" sldId="1512"/>
            <ac:picMk id="6" creationId="{F0E40822-C6A3-4925-8375-C337698BFD89}"/>
          </ac:picMkLst>
        </pc:picChg>
      </pc:sldChg>
    </pc:docChg>
  </pc:docChgLst>
  <pc:docChgLst>
    <pc:chgData name="Иван Алешин" userId="811e2e97ab995316" providerId="Windows Live" clId="Web-{580EE46A-2C95-43D2-B67E-01C42086F90A}"/>
    <pc:docChg chg="delSld modSld">
      <pc:chgData name="Иван Алешин" userId="811e2e97ab995316" providerId="Windows Live" clId="Web-{580EE46A-2C95-43D2-B67E-01C42086F90A}" dt="2026-03-13T08:41:44.301" v="300" actId="20577"/>
      <pc:docMkLst>
        <pc:docMk/>
      </pc:docMkLst>
      <pc:sldChg chg="addSp delSp modSp mod modClrScheme chgLayout">
        <pc:chgData name="Иван Алешин" userId="811e2e97ab995316" providerId="Windows Live" clId="Web-{580EE46A-2C95-43D2-B67E-01C42086F90A}" dt="2026-03-13T08:41:44.301" v="300" actId="20577"/>
        <pc:sldMkLst>
          <pc:docMk/>
          <pc:sldMk cId="3069965530" sldId="256"/>
        </pc:sldMkLst>
        <pc:spChg chg="mod">
          <ac:chgData name="Иван Алешин" userId="811e2e97ab995316" providerId="Windows Live" clId="Web-{580EE46A-2C95-43D2-B67E-01C42086F90A}" dt="2026-03-13T08:38:07.685" v="263" actId="1076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580EE46A-2C95-43D2-B67E-01C42086F90A}" dt="2026-03-13T08:41:44.301" v="300" actId="20577"/>
          <ac:spMkLst>
            <pc:docMk/>
            <pc:sldMk cId="3069965530" sldId="256"/>
            <ac:spMk id="5" creationId="{02FA3257-663D-61CE-A5D5-22B53DB71488}"/>
          </ac:spMkLst>
        </pc:spChg>
        <pc:spChg chg="add mod">
          <ac:chgData name="Иван Алешин" userId="811e2e97ab995316" providerId="Windows Live" clId="Web-{580EE46A-2C95-43D2-B67E-01C42086F90A}" dt="2026-03-13T08:38:01.670" v="261" actId="1076"/>
          <ac:spMkLst>
            <pc:docMk/>
            <pc:sldMk cId="3069965530" sldId="256"/>
            <ac:spMk id="9" creationId="{593CF5B9-60DF-D5F1-5B8F-48291318B352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48.375" v="169" actId="1076"/>
        <pc:sldMkLst>
          <pc:docMk/>
          <pc:sldMk cId="4216523365" sldId="257"/>
        </pc:sldMkLst>
        <pc:spChg chg="mod">
          <ac:chgData name="Иван Алешин" userId="811e2e97ab995316" providerId="Windows Live" clId="Web-{580EE46A-2C95-43D2-B67E-01C42086F90A}" dt="2026-03-13T08:28:44.812" v="168" actId="1076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580EE46A-2C95-43D2-B67E-01C42086F90A}" dt="2026-03-13T08:28:48.375" v="169" actId="1076"/>
          <ac:spMkLst>
            <pc:docMk/>
            <pc:sldMk cId="4216523365" sldId="257"/>
            <ac:spMk id="3" creationId="{432C04E6-B771-F1FA-85F4-B7984DE55A8E}"/>
          </ac:spMkLst>
        </pc:spChg>
      </pc:sldChg>
      <pc:sldChg chg="addSp delSp modSp mod modClrScheme chgLayout">
        <pc:chgData name="Иван Алешин" userId="811e2e97ab995316" providerId="Windows Live" clId="Web-{580EE46A-2C95-43D2-B67E-01C42086F90A}" dt="2026-03-13T08:38:19.811" v="265" actId="1076"/>
        <pc:sldMkLst>
          <pc:docMk/>
          <pc:sldMk cId="1941379388" sldId="263"/>
        </pc:sldMkLst>
        <pc:spChg chg="mod">
          <ac:chgData name="Иван Алешин" userId="811e2e97ab995316" providerId="Windows Live" clId="Web-{580EE46A-2C95-43D2-B67E-01C42086F90A}" dt="2026-03-13T08:34:32.363" v="237" actId="1076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580EE46A-2C95-43D2-B67E-01C42086F90A}" dt="2026-03-13T08:16:42.544" v="94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">
        <pc:chgData name="Иван Алешин" userId="811e2e97ab995316" providerId="Windows Live" clId="Web-{580EE46A-2C95-43D2-B67E-01C42086F90A}" dt="2026-03-13T08:39:46.157" v="286" actId="1076"/>
        <pc:sldMkLst>
          <pc:docMk/>
          <pc:sldMk cId="3599844030" sldId="265"/>
        </pc:sldMkLst>
        <pc:spChg chg="mod">
          <ac:chgData name="Иван Алешин" userId="811e2e97ab995316" providerId="Windows Live" clId="Web-{580EE46A-2C95-43D2-B67E-01C42086F90A}" dt="2026-03-13T08:37:08.574" v="259" actId="1076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580EE46A-2C95-43D2-B67E-01C42086F90A}" dt="2026-03-13T08:39:46.157" v="286" actId="1076"/>
          <ac:spMkLst>
            <pc:docMk/>
            <pc:sldMk cId="3599844030" sldId="265"/>
            <ac:spMk id="4" creationId="{CBAD71A6-1036-A099-9BDF-27C11F75648B}"/>
          </ac:spMkLst>
        </pc:spChg>
      </pc:sldChg>
      <pc:sldChg chg="modSp">
        <pc:chgData name="Иван Алешин" userId="811e2e97ab995316" providerId="Windows Live" clId="Web-{580EE46A-2C95-43D2-B67E-01C42086F90A}" dt="2026-03-13T08:39:27.407" v="282" actId="1076"/>
        <pc:sldMkLst>
          <pc:docMk/>
          <pc:sldMk cId="3947552595" sldId="266"/>
        </pc:sldMkLst>
        <pc:spChg chg="mod">
          <ac:chgData name="Иван Алешин" userId="811e2e97ab995316" providerId="Windows Live" clId="Web-{580EE46A-2C95-43D2-B67E-01C42086F90A}" dt="2026-03-13T08:39:27.407" v="282" actId="1076"/>
          <ac:spMkLst>
            <pc:docMk/>
            <pc:sldMk cId="3947552595" sldId="266"/>
            <ac:spMk id="3" creationId="{4227E922-AE57-EC70-406A-77ED03351FF3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29.324" v="166" actId="1076"/>
        <pc:sldMkLst>
          <pc:docMk/>
          <pc:sldMk cId="3313450045" sldId="1509"/>
        </pc:sldMkLst>
        <pc:spChg chg="mod">
          <ac:chgData name="Иван Алешин" userId="811e2e97ab995316" providerId="Windows Live" clId="Web-{580EE46A-2C95-43D2-B67E-01C42086F90A}" dt="2026-03-13T08:28:29.324" v="166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580EE46A-2C95-43D2-B67E-01C42086F90A}" dt="2026-03-13T08:28:25.558" v="165" actId="1076"/>
          <ac:spMkLst>
            <pc:docMk/>
            <pc:sldMk cId="3313450045" sldId="1509"/>
            <ac:spMk id="3" creationId="{1A385359-5FD3-D5C8-1467-F7082543AA4C}"/>
          </ac:spMkLst>
        </pc:spChg>
      </pc:sldChg>
      <pc:sldChg chg="addSp modSp">
        <pc:chgData name="Иван Алешин" userId="811e2e97ab995316" providerId="Windows Live" clId="Web-{580EE46A-2C95-43D2-B67E-01C42086F90A}" dt="2026-03-13T08:33:39.063" v="231" actId="1076"/>
        <pc:sldMkLst>
          <pc:docMk/>
          <pc:sldMk cId="187927555" sldId="1511"/>
        </pc:sldMkLst>
        <pc:spChg chg="mod">
          <ac:chgData name="Иван Алешин" userId="811e2e97ab995316" providerId="Windows Live" clId="Web-{580EE46A-2C95-43D2-B67E-01C42086F90A}" dt="2026-03-13T08:33:39.063" v="231" actId="1076"/>
          <ac:spMkLst>
            <pc:docMk/>
            <pc:sldMk cId="187927555" sldId="1511"/>
            <ac:spMk id="2" creationId="{9BB750E1-014E-2F32-5FE0-025C27322ADF}"/>
          </ac:spMkLst>
        </pc:spChg>
      </pc:sldChg>
    </pc:docChg>
  </pc:docChgLst>
  <pc:docChgLst>
    <pc:chgData name="Иван Алешин" userId="811e2e97ab995316" providerId="Windows Live" clId="Web-{CAC858A6-4A12-B3DC-DBE1-12EDD70259B7}"/>
    <pc:docChg chg="modSld">
      <pc:chgData name="Иван Алешин" userId="811e2e97ab995316" providerId="Windows Live" clId="Web-{CAC858A6-4A12-B3DC-DBE1-12EDD70259B7}" dt="2026-03-20T09:55:12.617" v="0"/>
      <pc:docMkLst>
        <pc:docMk/>
      </pc:docMkLst>
      <pc:sldChg chg="modSp mod modClrScheme chgLayout">
        <pc:chgData name="Иван Алешин" userId="811e2e97ab995316" providerId="Windows Live" clId="Web-{CAC858A6-4A12-B3DC-DBE1-12EDD70259B7}" dt="2026-03-20T09:55:12.617" v="0"/>
        <pc:sldMkLst>
          <pc:docMk/>
          <pc:sldMk cId="4216523365" sldId="257"/>
        </pc:sldMkLst>
        <pc:spChg chg="mod">
          <ac:chgData name="Иван Алешин" userId="811e2e97ab995316" providerId="Windows Live" clId="Web-{CAC858A6-4A12-B3DC-DBE1-12EDD70259B7}" dt="2026-03-20T09:55:12.617" v="0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CAC858A6-4A12-B3DC-DBE1-12EDD70259B7}" dt="2026-03-20T09:55:12.617" v="0"/>
          <ac:spMkLst>
            <pc:docMk/>
            <pc:sldMk cId="4216523365" sldId="257"/>
            <ac:spMk id="3" creationId="{432C04E6-B771-F1FA-85F4-B7984DE55A8E}"/>
          </ac:spMkLst>
        </pc:spChg>
        <pc:picChg chg="mod">
          <ac:chgData name="Иван Алешин" userId="811e2e97ab995316" providerId="Windows Live" clId="Web-{CAC858A6-4A12-B3DC-DBE1-12EDD70259B7}" dt="2026-03-20T09:55:12.617" v="0"/>
          <ac:picMkLst>
            <pc:docMk/>
            <pc:sldMk cId="4216523365" sldId="257"/>
            <ac:picMk id="5" creationId="{08DA28CE-718A-6FA8-FC0B-C15DAFD5CADC}"/>
          </ac:picMkLst>
        </pc:picChg>
      </pc:sldChg>
    </pc:docChg>
  </pc:docChgLst>
  <pc:docChgLst>
    <pc:chgData name="Иван Алешин" userId="811e2e97ab995316" providerId="Windows Live" clId="Web-{0CF0EF09-4017-19A4-BFA6-E77DCB7CD3D7}"/>
    <pc:docChg chg="modSld">
      <pc:chgData name="Иван Алешин" userId="811e2e97ab995316" providerId="Windows Live" clId="Web-{0CF0EF09-4017-19A4-BFA6-E77DCB7CD3D7}" dt="2026-03-20T08:29:55.591" v="43"/>
      <pc:docMkLst>
        <pc:docMk/>
      </pc:docMkLst>
      <pc:sldChg chg="addSp delSp modSp">
        <pc:chgData name="Иван Алешин" userId="811e2e97ab995316" providerId="Windows Live" clId="Web-{0CF0EF09-4017-19A4-BFA6-E77DCB7CD3D7}" dt="2026-03-20T08:23:13.356" v="10" actId="1076"/>
        <pc:sldMkLst>
          <pc:docMk/>
          <pc:sldMk cId="3069965530" sldId="256"/>
        </pc:sldMkLst>
        <pc:spChg chg="add del mod">
          <ac:chgData name="Иван Алешин" userId="811e2e97ab995316" providerId="Windows Live" clId="Web-{0CF0EF09-4017-19A4-BFA6-E77DCB7CD3D7}" dt="2026-03-20T08:22:53.981" v="7"/>
          <ac:spMkLst>
            <pc:docMk/>
            <pc:sldMk cId="3069965530" sldId="256"/>
            <ac:spMk id="3" creationId="{AF45FBCE-18D5-D23D-69FD-020476D1D4BC}"/>
          </ac:spMkLst>
        </pc:spChg>
        <pc:spChg chg="mod">
          <ac:chgData name="Иван Алешин" userId="811e2e97ab995316" providerId="Windows Live" clId="Web-{0CF0EF09-4017-19A4-BFA6-E77DCB7CD3D7}" dt="2026-03-20T08:21:37.497" v="1" actId="20577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0CF0EF09-4017-19A4-BFA6-E77DCB7CD3D7}" dt="2026-03-20T08:21:53.419" v="5" actId="20577"/>
          <ac:spMkLst>
            <pc:docMk/>
            <pc:sldMk cId="3069965530" sldId="256"/>
            <ac:spMk id="9" creationId="{593CF5B9-60DF-D5F1-5B8F-48291318B352}"/>
          </ac:spMkLst>
        </pc:spChg>
        <pc:picChg chg="del">
          <ac:chgData name="Иван Алешин" userId="811e2e97ab995316" providerId="Windows Live" clId="Web-{0CF0EF09-4017-19A4-BFA6-E77DCB7CD3D7}" dt="2026-03-20T08:22:02.060" v="6"/>
          <ac:picMkLst>
            <pc:docMk/>
            <pc:sldMk cId="3069965530" sldId="256"/>
            <ac:picMk id="6" creationId="{D9DBC825-54CA-CF7E-0046-720C9B9A8B59}"/>
          </ac:picMkLst>
        </pc:picChg>
        <pc:picChg chg="add mod">
          <ac:chgData name="Иван Алешин" userId="811e2e97ab995316" providerId="Windows Live" clId="Web-{0CF0EF09-4017-19A4-BFA6-E77DCB7CD3D7}" dt="2026-03-20T08:23:13.356" v="10" actId="1076"/>
          <ac:picMkLst>
            <pc:docMk/>
            <pc:sldMk cId="3069965530" sldId="256"/>
            <ac:picMk id="7" creationId="{4C8F9BA6-A1C0-E964-3647-F0D862D3A8A7}"/>
          </ac:picMkLst>
        </pc:picChg>
      </pc:sldChg>
      <pc:sldChg chg="addSp delSp modSp mod modClrScheme chgLayout">
        <pc:chgData name="Иван Алешин" userId="811e2e97ab995316" providerId="Windows Live" clId="Web-{0CF0EF09-4017-19A4-BFA6-E77DCB7CD3D7}" dt="2026-03-20T08:29:08.950" v="27"/>
        <pc:sldMkLst>
          <pc:docMk/>
          <pc:sldMk cId="4216523365" sldId="257"/>
        </pc:sldMkLst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3" creationId="{432C04E6-B771-F1FA-85F4-B7984DE55A8E}"/>
          </ac:spMkLst>
        </pc:spChg>
        <pc:picChg chg="add mod">
          <ac:chgData name="Иван Алешин" userId="811e2e97ab995316" providerId="Windows Live" clId="Web-{0CF0EF09-4017-19A4-BFA6-E77DCB7CD3D7}" dt="2026-03-20T08:29:08.950" v="27"/>
          <ac:picMkLst>
            <pc:docMk/>
            <pc:sldMk cId="4216523365" sldId="257"/>
            <ac:picMk id="4" creationId="{39AB0320-36C1-C905-611A-721F8F34CB24}"/>
          </ac:picMkLst>
        </pc:picChg>
        <pc:picChg chg="del">
          <ac:chgData name="Иван Алешин" userId="811e2e97ab995316" providerId="Windows Live" clId="Web-{0CF0EF09-4017-19A4-BFA6-E77DCB7CD3D7}" dt="2026-03-20T08:24:06.747" v="23"/>
          <ac:picMkLst>
            <pc:docMk/>
            <pc:sldMk cId="4216523365" sldId="257"/>
            <ac:picMk id="6" creationId="{6E996511-FE6D-2871-7FD2-41B8594AAD48}"/>
          </ac:picMkLst>
        </pc:picChg>
      </pc:sldChg>
      <pc:sldChg chg="delSp modSp">
        <pc:chgData name="Иван Алешин" userId="811e2e97ab995316" providerId="Windows Live" clId="Web-{0CF0EF09-4017-19A4-BFA6-E77DCB7CD3D7}" dt="2026-03-20T08:29:55.591" v="43"/>
        <pc:sldMkLst>
          <pc:docMk/>
          <pc:sldMk cId="3313450045" sldId="1509"/>
        </pc:sldMkLst>
        <pc:spChg chg="mod">
          <ac:chgData name="Иван Алешин" userId="811e2e97ab995316" providerId="Windows Live" clId="Web-{0CF0EF09-4017-19A4-BFA6-E77DCB7CD3D7}" dt="2026-03-20T08:29:37.107" v="39" actId="20577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0CF0EF09-4017-19A4-BFA6-E77DCB7CD3D7}" dt="2026-03-20T08:29:54.982" v="42" actId="20577"/>
          <ac:spMkLst>
            <pc:docMk/>
            <pc:sldMk cId="3313450045" sldId="1509"/>
            <ac:spMk id="3" creationId="{1A385359-5FD3-D5C8-1467-F7082543AA4C}"/>
          </ac:spMkLst>
        </pc:spChg>
        <pc:picChg chg="del">
          <ac:chgData name="Иван Алешин" userId="811e2e97ab995316" providerId="Windows Live" clId="Web-{0CF0EF09-4017-19A4-BFA6-E77DCB7CD3D7}" dt="2026-03-20T08:29:55.591" v="43"/>
          <ac:picMkLst>
            <pc:docMk/>
            <pc:sldMk cId="3313450045" sldId="1509"/>
            <ac:picMk id="7" creationId="{F29C6130-FCD5-6F5C-6C13-925262D7451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1" y="612563"/>
            <a:ext cx="7151962" cy="1104646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«</a:t>
            </a:r>
            <a:r>
              <a:rPr lang="en-US" sz="3600" dirty="0" err="1">
                <a:ea typeface="+mj-lt"/>
                <a:cs typeface="+mj-lt"/>
              </a:rPr>
              <a:t>За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Камень</a:t>
            </a:r>
            <a:r>
              <a:rPr lang="en-US" sz="3600" dirty="0">
                <a:ea typeface="+mj-lt"/>
                <a:cs typeface="+mj-lt"/>
              </a:rPr>
              <a:t> и </a:t>
            </a:r>
            <a:r>
              <a:rPr lang="en-US" sz="3600" dirty="0" err="1">
                <a:ea typeface="+mj-lt"/>
                <a:cs typeface="+mj-lt"/>
              </a:rPr>
              <a:t>до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края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земли</a:t>
            </a:r>
            <a:r>
              <a:rPr lang="en-US" sz="3600" dirty="0">
                <a:ea typeface="+mj-lt"/>
                <a:cs typeface="+mj-lt"/>
              </a:rPr>
              <a:t>»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Русское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завоевание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Сибири</a:t>
            </a:r>
            <a:endParaRPr lang="en-US" dirty="0" err="1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594" y="4863169"/>
            <a:ext cx="4206240" cy="1380744"/>
          </a:xfrm>
        </p:spPr>
        <p:txBody>
          <a:bodyPr/>
          <a:lstStyle/>
          <a:p>
            <a:r>
              <a:rPr lang="en-US" dirty="0"/>
              <a:t>ПИН-31 </a:t>
            </a:r>
            <a:r>
              <a:rPr lang="en-US" dirty="0" err="1"/>
              <a:t>Алешин</a:t>
            </a:r>
            <a:r>
              <a:rPr lang="en-US" dirty="0"/>
              <a:t> И.К.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CF5B9-60DF-D5F1-5B8F-48291318B352}"/>
              </a:ext>
            </a:extLst>
          </p:cNvPr>
          <p:cNvSpPr txBox="1"/>
          <p:nvPr/>
        </p:nvSpPr>
        <p:spPr>
          <a:xfrm>
            <a:off x="476250" y="3169635"/>
            <a:ext cx="465666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>
                <a:ea typeface="+mn-lt"/>
                <a:cs typeface="+mn-lt"/>
              </a:rPr>
              <a:t>XVII век </a:t>
            </a:r>
            <a:r>
              <a:rPr lang="ru-RU" sz="2800" i="1">
                <a:ea typeface="+mn-lt"/>
                <a:cs typeface="+mn-lt"/>
              </a:rPr>
              <a:t>1580-е–1650-е гг.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2" name="Picture 1" descr="A map of the russian continent&#10;&#10;AI-generated content may be incorrect.">
            <a:extLst>
              <a:ext uri="{FF2B5EF4-FFF2-40B4-BE49-F238E27FC236}">
                <a16:creationId xmlns:a16="http://schemas.microsoft.com/office/drawing/2014/main" id="{2746C4EA-C8E4-A481-B0CB-F5E86664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078" y="1881188"/>
            <a:ext cx="6380445" cy="41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/>
          <a:p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60 </a:t>
            </a:r>
            <a:r>
              <a:rPr lang="en-US" dirty="0" err="1"/>
              <a:t>лет</a:t>
            </a:r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08DA28CE-718A-6FA8-FC0B-C15DAFD5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19" b="13619"/>
          <a:stretch>
            <a:fillRect/>
          </a:stretch>
        </p:blipFill>
        <p:spPr>
          <a:xfrm>
            <a:off x="-1" y="10"/>
            <a:ext cx="12192000" cy="4635122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1580-е: </a:t>
            </a:r>
            <a:r>
              <a:rPr lang="en-US" err="1"/>
              <a:t>русские</a:t>
            </a:r>
            <a:r>
              <a:rPr lang="en-US"/>
              <a:t> у </a:t>
            </a:r>
            <a:r>
              <a:rPr lang="en-US" err="1"/>
              <a:t>Урала</a:t>
            </a:r>
            <a:r>
              <a:rPr lang="en-US"/>
              <a:t>. 1639: </a:t>
            </a:r>
            <a:r>
              <a:rPr lang="en-US" err="1"/>
              <a:t>казак</a:t>
            </a:r>
            <a:r>
              <a:rPr lang="en-US"/>
              <a:t> </a:t>
            </a:r>
            <a:r>
              <a:rPr lang="en-US" err="1"/>
              <a:t>Иван</a:t>
            </a:r>
            <a:r>
              <a:rPr lang="en-US"/>
              <a:t> </a:t>
            </a:r>
            <a:r>
              <a:rPr lang="en-US" err="1"/>
              <a:t>Москвитин</a:t>
            </a:r>
            <a:r>
              <a:rPr lang="en-US"/>
              <a:t> </a:t>
            </a:r>
            <a:r>
              <a:rPr lang="en-US" err="1"/>
              <a:t>выходит</a:t>
            </a:r>
            <a:r>
              <a:rPr lang="en-US"/>
              <a:t> к </a:t>
            </a:r>
            <a:r>
              <a:rPr lang="en-US" err="1"/>
              <a:t>Тихому</a:t>
            </a:r>
            <a:r>
              <a:rPr lang="en-US"/>
              <a:t> </a:t>
            </a:r>
            <a:r>
              <a:rPr lang="en-US" err="1"/>
              <a:t>океану</a:t>
            </a:r>
            <a:r>
              <a:rPr lang="en-US"/>
              <a:t>. </a:t>
            </a:r>
            <a:r>
              <a:rPr lang="en-US" err="1"/>
              <a:t>За</a:t>
            </a:r>
            <a:r>
              <a:rPr lang="en-US"/>
              <a:t> 60 </a:t>
            </a:r>
            <a:r>
              <a:rPr lang="en-US" err="1"/>
              <a:t>лет</a:t>
            </a:r>
            <a:r>
              <a:rPr lang="en-US"/>
              <a:t> — </a:t>
            </a:r>
            <a:r>
              <a:rPr lang="en-US" err="1"/>
              <a:t>вся</a:t>
            </a:r>
            <a:r>
              <a:rPr lang="en-US"/>
              <a:t> </a:t>
            </a:r>
            <a:r>
              <a:rPr lang="en-US" err="1"/>
              <a:t>Сибирь</a:t>
            </a:r>
            <a:r>
              <a:rPr lang="en-US"/>
              <a:t>. </a:t>
            </a:r>
            <a:r>
              <a:rPr lang="en-US" err="1"/>
              <a:t>Быстрее</a:t>
            </a:r>
            <a:r>
              <a:rPr lang="en-US"/>
              <a:t>, </a:t>
            </a:r>
            <a:r>
              <a:rPr lang="en-US" err="1"/>
              <a:t>чем</a:t>
            </a:r>
            <a:r>
              <a:rPr lang="en-US"/>
              <a:t> </a:t>
            </a:r>
            <a:r>
              <a:rPr lang="en-US" err="1"/>
              <a:t>испанцы</a:t>
            </a:r>
            <a:r>
              <a:rPr lang="en-US"/>
              <a:t> </a:t>
            </a:r>
            <a:r>
              <a:rPr lang="en-US" err="1"/>
              <a:t>завоевали</a:t>
            </a:r>
            <a:r>
              <a:rPr lang="en-US"/>
              <a:t> </a:t>
            </a:r>
            <a:r>
              <a:rPr lang="en-US" err="1"/>
              <a:t>Америку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482" y="1139104"/>
            <a:ext cx="5350764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Кто</a:t>
            </a:r>
            <a:r>
              <a:rPr lang="en-US" dirty="0"/>
              <a:t> </a:t>
            </a:r>
            <a:r>
              <a:rPr lang="en-US" dirty="0" err="1"/>
              <a:t>шёл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8629" y="2385646"/>
            <a:ext cx="5329155" cy="44897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армия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Маленькие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отряды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казаков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по</a:t>
            </a:r>
            <a:r>
              <a:rPr lang="en-US" dirty="0">
                <a:ea typeface="+mn-lt"/>
                <a:cs typeface="+mn-lt"/>
              </a:rPr>
              <a:t> 30–100 </a:t>
            </a:r>
            <a:r>
              <a:rPr lang="en-US" dirty="0" err="1">
                <a:ea typeface="+mn-lt"/>
                <a:cs typeface="+mn-lt"/>
              </a:rPr>
              <a:t>человек</a:t>
            </a:r>
            <a:r>
              <a:rPr lang="en-US" dirty="0">
                <a:ea typeface="+mn-lt"/>
                <a:cs typeface="+mn-lt"/>
              </a:rPr>
              <a:t>. </a:t>
            </a:r>
            <a:endParaRPr lang="ru-RU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Шли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за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мехом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соболь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бобёр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лисица</a:t>
            </a:r>
            <a:r>
              <a:rPr lang="en-US" dirty="0">
                <a:ea typeface="+mn-lt"/>
                <a:cs typeface="+mn-lt"/>
              </a:rPr>
              <a:t> — «</a:t>
            </a:r>
            <a:r>
              <a:rPr lang="en-US" dirty="0" err="1">
                <a:ea typeface="+mn-lt"/>
                <a:cs typeface="+mn-lt"/>
              </a:rPr>
              <a:t>мягкое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золото</a:t>
            </a:r>
            <a:r>
              <a:rPr lang="en-US" dirty="0">
                <a:ea typeface="+mn-lt"/>
                <a:cs typeface="+mn-lt"/>
              </a:rPr>
              <a:t>». </a:t>
            </a:r>
            <a:endParaRPr lang="ru-RU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Государство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почти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участвовало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Люди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шли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сами</a:t>
            </a:r>
            <a:r>
              <a:rPr lang="en-US" dirty="0">
                <a:ea typeface="+mn-lt"/>
                <a:cs typeface="+mn-lt"/>
              </a:rPr>
              <a:t>.</a:t>
            </a:r>
            <a:endParaRPr lang="ru-RU" b="0" i="0">
              <a:effectLst/>
              <a:ea typeface="+mn-lt"/>
              <a:cs typeface="+mn-lt"/>
            </a:endParaRPr>
          </a:p>
        </p:txBody>
      </p:sp>
      <p:pic>
        <p:nvPicPr>
          <p:cNvPr id="4" name="Picture 3" descr="Picture background">
            <a:extLst>
              <a:ext uri="{FF2B5EF4-FFF2-40B4-BE49-F238E27FC236}">
                <a16:creationId xmlns:a16="http://schemas.microsoft.com/office/drawing/2014/main" id="{853DBA87-B4FD-75B5-923A-0121F0A73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2" y="602596"/>
            <a:ext cx="5600700" cy="57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Как это работало</a:t>
            </a:r>
          </a:p>
        </p:txBody>
      </p:sp>
      <p:pic>
        <p:nvPicPr>
          <p:cNvPr id="4" name="Picture 3" descr="Picture background">
            <a:extLst>
              <a:ext uri="{FF2B5EF4-FFF2-40B4-BE49-F238E27FC236}">
                <a16:creationId xmlns:a16="http://schemas.microsoft.com/office/drawing/2014/main" id="{C2CA7301-61C4-E18B-01AE-8657C77584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04" b="26640"/>
          <a:stretch>
            <a:fillRect/>
          </a:stretch>
        </p:blipFill>
        <p:spPr>
          <a:xfrm>
            <a:off x="-1" y="10"/>
            <a:ext cx="12192000" cy="4635122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E12FF-198B-8BB7-1E0C-028E8A1AC927}"/>
              </a:ext>
            </a:extLst>
          </p:cNvPr>
          <p:cNvSpPr txBox="1"/>
          <p:nvPr/>
        </p:nvSpPr>
        <p:spPr>
          <a:xfrm>
            <a:off x="4049358" y="5012267"/>
            <a:ext cx="7700682" cy="139033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 dirty="0" err="1"/>
              <a:t>Приходили</a:t>
            </a:r>
            <a:r>
              <a:rPr lang="en-US" sz="2000" dirty="0"/>
              <a:t> </a:t>
            </a:r>
            <a:r>
              <a:rPr lang="en-US" sz="2000" b="0" i="0" u="none" strike="noStrike" baseline="0" dirty="0"/>
              <a:t>в </a:t>
            </a:r>
            <a:r>
              <a:rPr lang="en-US" sz="2000" dirty="0" err="1"/>
              <a:t>новый</a:t>
            </a:r>
            <a:r>
              <a:rPr lang="en-US" sz="2000" dirty="0"/>
              <a:t> </a:t>
            </a:r>
            <a:r>
              <a:rPr lang="en-US" sz="2000" dirty="0" err="1"/>
              <a:t>край</a:t>
            </a:r>
            <a:r>
              <a:rPr lang="en-US" sz="2000" dirty="0"/>
              <a:t> → </a:t>
            </a:r>
            <a:r>
              <a:rPr lang="en-US" sz="2000" dirty="0" err="1"/>
              <a:t>строили</a:t>
            </a:r>
            <a:r>
              <a:rPr lang="en-US" sz="2000" dirty="0"/>
              <a:t> </a:t>
            </a:r>
            <a:r>
              <a:rPr lang="en-US" sz="2000" dirty="0" err="1"/>
              <a:t>острог</a:t>
            </a:r>
            <a:r>
              <a:rPr lang="en-US" sz="2000" dirty="0"/>
              <a:t> (</a:t>
            </a:r>
            <a:r>
              <a:rPr lang="en-US" sz="2000" dirty="0" err="1"/>
              <a:t>деревянную</a:t>
            </a:r>
            <a:r>
              <a:rPr lang="en-US" sz="2000" dirty="0"/>
              <a:t> </a:t>
            </a:r>
            <a:r>
              <a:rPr lang="en-US" sz="2000" dirty="0" err="1"/>
              <a:t>крепость</a:t>
            </a:r>
            <a:r>
              <a:rPr lang="en-US" sz="2000" dirty="0"/>
              <a:t>) → </a:t>
            </a:r>
            <a:r>
              <a:rPr lang="en-US" sz="2000" dirty="0" err="1"/>
              <a:t>облагали</a:t>
            </a:r>
            <a:r>
              <a:rPr lang="en-US" sz="2000" dirty="0"/>
              <a:t> </a:t>
            </a:r>
            <a:r>
              <a:rPr lang="en-US" sz="2000" dirty="0" err="1"/>
              <a:t>местные</a:t>
            </a:r>
            <a:r>
              <a:rPr lang="en-US" sz="2000" dirty="0"/>
              <a:t> </a:t>
            </a:r>
            <a:r>
              <a:rPr lang="en-US" sz="2000" dirty="0" err="1"/>
              <a:t>народы</a:t>
            </a:r>
            <a:r>
              <a:rPr lang="en-US" sz="2000" dirty="0"/>
              <a:t> </a:t>
            </a:r>
            <a:r>
              <a:rPr lang="en-US" sz="2000" dirty="0" err="1"/>
              <a:t>ясаком</a:t>
            </a:r>
            <a:r>
              <a:rPr lang="en-US" sz="2000" dirty="0"/>
              <a:t> (</a:t>
            </a:r>
            <a:r>
              <a:rPr lang="en-US" sz="2000" dirty="0" err="1"/>
              <a:t>налогом</a:t>
            </a:r>
            <a:r>
              <a:rPr lang="en-US" sz="2000" dirty="0"/>
              <a:t> </a:t>
            </a:r>
            <a:r>
              <a:rPr lang="en-US" sz="2000" dirty="0" err="1"/>
              <a:t>мехами</a:t>
            </a:r>
            <a:r>
              <a:rPr lang="en-US" sz="2000" dirty="0"/>
              <a:t>) → </a:t>
            </a:r>
            <a:r>
              <a:rPr lang="en-US" sz="2000" dirty="0" err="1"/>
              <a:t>шли</a:t>
            </a:r>
            <a:r>
              <a:rPr lang="en-US" sz="2000" dirty="0"/>
              <a:t> </a:t>
            </a:r>
            <a:r>
              <a:rPr lang="en-US" sz="2000" dirty="0" err="1"/>
              <a:t>дальше</a:t>
            </a:r>
            <a:r>
              <a:rPr lang="en-US" sz="2000" b="0" i="0" u="none" strike="noStrike" baseline="0" dirty="0"/>
              <a:t>. </a:t>
            </a:r>
            <a:r>
              <a:rPr lang="en-US" sz="2000" dirty="0" err="1"/>
              <a:t>Остроги</a:t>
            </a:r>
            <a:r>
              <a:rPr lang="en-US" sz="2000" dirty="0"/>
              <a:t> </a:t>
            </a:r>
            <a:r>
              <a:rPr lang="en-US" sz="2000" dirty="0" err="1"/>
              <a:t>становились</a:t>
            </a:r>
            <a:r>
              <a:rPr lang="en-US" sz="2000" dirty="0"/>
              <a:t> </a:t>
            </a:r>
            <a:r>
              <a:rPr lang="en-US" sz="2000" dirty="0" err="1"/>
              <a:t>городами</a:t>
            </a:r>
            <a:r>
              <a:rPr lang="en-US" sz="2000" dirty="0"/>
              <a:t>: </a:t>
            </a:r>
            <a:r>
              <a:rPr lang="en-US" sz="2000" dirty="0" err="1"/>
              <a:t>Тобольск</a:t>
            </a:r>
            <a:r>
              <a:rPr lang="en-US" sz="2000" b="0" i="0" u="none" strike="noStrike" baseline="0" dirty="0"/>
              <a:t>,</a:t>
            </a:r>
            <a:r>
              <a:rPr lang="en-US" sz="2000" dirty="0"/>
              <a:t> </a:t>
            </a:r>
            <a:r>
              <a:rPr lang="en-US" sz="2000" dirty="0" err="1"/>
              <a:t>Якутск</a:t>
            </a:r>
            <a:r>
              <a:rPr lang="en-US" sz="2000" b="0" i="0" u="none" strike="noStrike" baseline="0" dirty="0"/>
              <a:t>, </a:t>
            </a:r>
            <a:r>
              <a:rPr lang="en-US" sz="2000" dirty="0" err="1"/>
              <a:t>Иркутск</a:t>
            </a:r>
            <a:r>
              <a:rPr lang="en-US" sz="2000" b="0" i="0" u="none" strike="noStrike" baseline="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en-US" b="0" dirty="0" err="1"/>
              <a:t>Местные</a:t>
            </a:r>
            <a:r>
              <a:rPr lang="en-US" b="0" dirty="0"/>
              <a:t> </a:t>
            </a:r>
            <a:r>
              <a:rPr lang="en-US" b="0" dirty="0" err="1"/>
              <a:t>народы</a:t>
            </a:r>
            <a:endParaRPr lang="en-US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err="1"/>
              <a:t>Ханты</a:t>
            </a:r>
            <a:r>
              <a:rPr lang="en-US"/>
              <a:t>, </a:t>
            </a:r>
            <a:r>
              <a:rPr lang="en-US" err="1"/>
              <a:t>манси</a:t>
            </a:r>
            <a:r>
              <a:rPr lang="en-US"/>
              <a:t>, </a:t>
            </a:r>
            <a:r>
              <a:rPr lang="en-US" err="1"/>
              <a:t>буряты</a:t>
            </a:r>
            <a:r>
              <a:rPr lang="en-US"/>
              <a:t>, </a:t>
            </a:r>
            <a:r>
              <a:rPr lang="en-US" err="1"/>
              <a:t>якуты</a:t>
            </a:r>
            <a:r>
              <a:rPr lang="en-US"/>
              <a:t>, </a:t>
            </a:r>
            <a:r>
              <a:rPr lang="en-US" err="1"/>
              <a:t>эвенки</a:t>
            </a:r>
            <a:r>
              <a:rPr lang="en-US"/>
              <a:t> — </a:t>
            </a:r>
            <a:r>
              <a:rPr lang="en-US" err="1"/>
              <a:t>десятки</a:t>
            </a:r>
            <a:r>
              <a:rPr lang="en-US"/>
              <a:t> </a:t>
            </a:r>
            <a:r>
              <a:rPr lang="en-US" err="1"/>
              <a:t>народов</a:t>
            </a:r>
            <a:r>
              <a:rPr lang="en-US"/>
              <a:t>. </a:t>
            </a:r>
            <a:r>
              <a:rPr lang="en-US" err="1"/>
              <a:t>Одни</a:t>
            </a:r>
            <a:r>
              <a:rPr lang="en-US"/>
              <a:t> </a:t>
            </a:r>
            <a:r>
              <a:rPr lang="en-US" err="1"/>
              <a:t>принимали</a:t>
            </a:r>
            <a:r>
              <a:rPr lang="en-US"/>
              <a:t> </a:t>
            </a:r>
            <a:r>
              <a:rPr lang="en-US" err="1"/>
              <a:t>ясак</a:t>
            </a:r>
            <a:r>
              <a:rPr lang="en-US"/>
              <a:t>, </a:t>
            </a:r>
            <a:r>
              <a:rPr lang="en-US" err="1"/>
              <a:t>другие</a:t>
            </a:r>
            <a:r>
              <a:rPr lang="en-US"/>
              <a:t> </a:t>
            </a:r>
            <a:r>
              <a:rPr lang="en-US" err="1"/>
              <a:t>сопротивлялись</a:t>
            </a:r>
            <a:r>
              <a:rPr lang="en-US"/>
              <a:t>. </a:t>
            </a:r>
            <a:r>
              <a:rPr lang="en-US" err="1"/>
              <a:t>Русские</a:t>
            </a:r>
            <a:r>
              <a:rPr lang="en-US"/>
              <a:t> </a:t>
            </a:r>
            <a:r>
              <a:rPr lang="en-US" err="1"/>
              <a:t>были</a:t>
            </a:r>
            <a:r>
              <a:rPr lang="en-US"/>
              <a:t> </a:t>
            </a:r>
            <a:r>
              <a:rPr lang="en-US" err="1"/>
              <a:t>меньшинством</a:t>
            </a:r>
            <a:r>
              <a:rPr lang="en-US"/>
              <a:t> — и </a:t>
            </a:r>
            <a:r>
              <a:rPr lang="en-US" err="1"/>
              <a:t>всё</a:t>
            </a:r>
            <a:r>
              <a:rPr lang="en-US"/>
              <a:t> </a:t>
            </a:r>
            <a:r>
              <a:rPr lang="en-US" err="1"/>
              <a:t>равно</a:t>
            </a:r>
            <a:r>
              <a:rPr lang="en-US"/>
              <a:t> </a:t>
            </a:r>
            <a:r>
              <a:rPr lang="en-US" err="1"/>
              <a:t>удержали</a:t>
            </a:r>
            <a:r>
              <a:rPr lang="en-US"/>
              <a:t> </a:t>
            </a:r>
            <a:r>
              <a:rPr lang="en-US" err="1"/>
              <a:t>контроль</a:t>
            </a:r>
            <a:r>
              <a:rPr lang="en-US"/>
              <a:t>.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геноцид</a:t>
            </a:r>
            <a:r>
              <a:rPr lang="en-US"/>
              <a:t>, </a:t>
            </a:r>
            <a:r>
              <a:rPr lang="en-US" err="1"/>
              <a:t>но</a:t>
            </a:r>
            <a:r>
              <a:rPr lang="en-US"/>
              <a:t> </a:t>
            </a:r>
            <a:r>
              <a:rPr lang="en-US" err="1"/>
              <a:t>жёсткая</a:t>
            </a:r>
            <a:r>
              <a:rPr lang="en-US"/>
              <a:t> </a:t>
            </a:r>
            <a:r>
              <a:rPr lang="en-US" err="1"/>
              <a:t>зависимость</a:t>
            </a:r>
            <a:r>
              <a:rPr lang="en-US"/>
              <a:t> и </a:t>
            </a:r>
            <a:r>
              <a:rPr lang="en-US" err="1"/>
              <a:t>полное</a:t>
            </a:r>
            <a:r>
              <a:rPr lang="en-US"/>
              <a:t> </a:t>
            </a:r>
            <a:r>
              <a:rPr lang="en-US" err="1"/>
              <a:t>бесправие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FB45871C-6A22-7F44-C53A-6564D0F3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52" b="2"/>
          <a:stretch>
            <a:fillRect/>
          </a:stretch>
        </p:blipFill>
        <p:spPr>
          <a:xfrm>
            <a:off x="7400544" y="10"/>
            <a:ext cx="4791456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/>
          <a:p>
            <a:r>
              <a:rPr lang="en-US" dirty="0" err="1"/>
              <a:t>Герой</a:t>
            </a:r>
            <a:r>
              <a:rPr lang="en-US" dirty="0"/>
              <a:t>: Семён </a:t>
            </a:r>
            <a:r>
              <a:rPr lang="en-US" dirty="0" err="1"/>
              <a:t>Дежнев</a:t>
            </a:r>
          </a:p>
        </p:txBody>
      </p:sp>
      <p:pic>
        <p:nvPicPr>
          <p:cNvPr id="6" name="Picture 5" descr="Picture background">
            <a:extLst>
              <a:ext uri="{FF2B5EF4-FFF2-40B4-BE49-F238E27FC236}">
                <a16:creationId xmlns:a16="http://schemas.microsoft.com/office/drawing/2014/main" id="{7B12A0F3-9470-F92D-3DB8-BFFDA199B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6" r="20702" b="1"/>
          <a:stretch>
            <a:fillRect/>
          </a:stretch>
        </p:blipFill>
        <p:spPr>
          <a:xfrm>
            <a:off x="20" y="10"/>
            <a:ext cx="6099028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1648 </a:t>
            </a:r>
            <a:r>
              <a:rPr lang="en-US" err="1"/>
              <a:t>год</a:t>
            </a:r>
            <a:r>
              <a:rPr lang="en-US"/>
              <a:t>. </a:t>
            </a:r>
            <a:r>
              <a:rPr lang="en-US" err="1"/>
              <a:t>Казак</a:t>
            </a:r>
            <a:r>
              <a:rPr lang="en-US"/>
              <a:t> Семён </a:t>
            </a:r>
            <a:r>
              <a:rPr lang="en-US" err="1"/>
              <a:t>Дежнёв</a:t>
            </a:r>
            <a:r>
              <a:rPr lang="en-US"/>
              <a:t> </a:t>
            </a:r>
            <a:r>
              <a:rPr lang="en-US" err="1"/>
              <a:t>на</a:t>
            </a:r>
            <a:r>
              <a:rPr lang="en-US"/>
              <a:t> </a:t>
            </a:r>
            <a:r>
              <a:rPr lang="en-US" err="1"/>
              <a:t>маленьком</a:t>
            </a:r>
            <a:r>
              <a:rPr lang="en-US"/>
              <a:t> </a:t>
            </a:r>
            <a:r>
              <a:rPr lang="en-US" err="1"/>
              <a:t>судне</a:t>
            </a:r>
            <a:r>
              <a:rPr lang="en-US"/>
              <a:t> </a:t>
            </a:r>
            <a:r>
              <a:rPr lang="en-US" err="1"/>
              <a:t>огибает</a:t>
            </a:r>
            <a:r>
              <a:rPr lang="en-US"/>
              <a:t> </a:t>
            </a:r>
            <a:r>
              <a:rPr lang="en-US" err="1"/>
              <a:t>крайнюю</a:t>
            </a:r>
            <a:r>
              <a:rPr lang="en-US"/>
              <a:t> </a:t>
            </a:r>
            <a:r>
              <a:rPr lang="en-US" err="1"/>
              <a:t>точку</a:t>
            </a:r>
            <a:r>
              <a:rPr lang="en-US"/>
              <a:t> </a:t>
            </a:r>
            <a:r>
              <a:rPr lang="en-US" err="1"/>
              <a:t>Азии</a:t>
            </a:r>
            <a:r>
              <a:rPr lang="en-US"/>
              <a:t>. </a:t>
            </a:r>
            <a:r>
              <a:rPr lang="en-US" err="1"/>
              <a:t>Доказывает</a:t>
            </a:r>
            <a:r>
              <a:rPr lang="en-US"/>
              <a:t>: </a:t>
            </a:r>
            <a:r>
              <a:rPr lang="en-US" err="1"/>
              <a:t>Азия</a:t>
            </a:r>
            <a:r>
              <a:rPr lang="en-US"/>
              <a:t> и </a:t>
            </a:r>
            <a:r>
              <a:rPr lang="en-US" err="1"/>
              <a:t>Америка</a:t>
            </a:r>
            <a:r>
              <a:rPr lang="en-US"/>
              <a:t> — </a:t>
            </a:r>
            <a:r>
              <a:rPr lang="en-US" err="1"/>
              <a:t>разные</a:t>
            </a:r>
            <a:r>
              <a:rPr lang="en-US"/>
              <a:t> </a:t>
            </a:r>
            <a:r>
              <a:rPr lang="en-US" err="1"/>
              <a:t>материки</a:t>
            </a:r>
            <a:r>
              <a:rPr lang="en-US"/>
              <a:t>. </a:t>
            </a:r>
            <a:r>
              <a:rPr lang="en-US" err="1"/>
              <a:t>Берингов</a:t>
            </a:r>
            <a:r>
              <a:rPr lang="en-US"/>
              <a:t> </a:t>
            </a:r>
            <a:r>
              <a:rPr lang="en-US" err="1"/>
              <a:t>пролив</a:t>
            </a:r>
            <a:r>
              <a:rPr lang="en-US"/>
              <a:t> </a:t>
            </a:r>
            <a:r>
              <a:rPr lang="en-US" err="1"/>
              <a:t>открыт</a:t>
            </a:r>
            <a:r>
              <a:rPr lang="en-US"/>
              <a:t> </a:t>
            </a:r>
            <a:r>
              <a:rPr lang="en-US" err="1"/>
              <a:t>на</a:t>
            </a:r>
            <a:r>
              <a:rPr lang="en-US"/>
              <a:t> 80 </a:t>
            </a:r>
            <a:r>
              <a:rPr lang="en-US" err="1"/>
              <a:t>лет</a:t>
            </a:r>
            <a:r>
              <a:rPr lang="en-US"/>
              <a:t> </a:t>
            </a:r>
            <a:r>
              <a:rPr lang="en-US" err="1"/>
              <a:t>раньше</a:t>
            </a:r>
            <a:r>
              <a:rPr lang="en-US"/>
              <a:t> </a:t>
            </a:r>
            <a:r>
              <a:rPr lang="en-US" err="1"/>
              <a:t>Беринга</a:t>
            </a:r>
            <a:r>
              <a:rPr lang="en-US"/>
              <a:t>. </a:t>
            </a:r>
            <a:r>
              <a:rPr lang="en-US" err="1"/>
              <a:t>Просто</a:t>
            </a:r>
            <a:r>
              <a:rPr lang="en-US"/>
              <a:t> </a:t>
            </a:r>
            <a:r>
              <a:rPr lang="en-US" err="1"/>
              <a:t>никто</a:t>
            </a:r>
            <a:r>
              <a:rPr lang="en-US"/>
              <a:t>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прочитал</a:t>
            </a:r>
            <a:r>
              <a:rPr lang="en-US"/>
              <a:t> </a:t>
            </a:r>
            <a:r>
              <a:rPr lang="en-US" err="1"/>
              <a:t>донесение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7B0D2-F620-A08A-B3F9-568106FB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7988-4F39-40FC-37C6-96110FEDE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b="0" dirty="0" err="1"/>
              <a:t>Почему</a:t>
            </a:r>
            <a:r>
              <a:rPr lang="en-US" b="0" dirty="0"/>
              <a:t> </a:t>
            </a:r>
            <a:r>
              <a:rPr lang="en-US" b="0" dirty="0" err="1"/>
              <a:t>это</a:t>
            </a:r>
            <a:r>
              <a:rPr lang="en-US" b="0" dirty="0"/>
              <a:t> </a:t>
            </a:r>
            <a:r>
              <a:rPr lang="en-US" b="0" dirty="0" err="1"/>
              <a:t>было</a:t>
            </a:r>
            <a:r>
              <a:rPr lang="en-US" b="0" dirty="0"/>
              <a:t> </a:t>
            </a:r>
            <a:r>
              <a:rPr lang="en-US" b="0" dirty="0" err="1"/>
              <a:t>важно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9F3B2-A24B-9E1C-F0AD-157F323335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err="1"/>
              <a:t>Меха</a:t>
            </a:r>
            <a:r>
              <a:rPr lang="en-US"/>
              <a:t> </a:t>
            </a:r>
            <a:r>
              <a:rPr lang="en-US" err="1"/>
              <a:t>давали</a:t>
            </a:r>
            <a:r>
              <a:rPr lang="en-US"/>
              <a:t> </a:t>
            </a:r>
            <a:r>
              <a:rPr lang="en-US" err="1"/>
              <a:t>до</a:t>
            </a:r>
            <a:r>
              <a:rPr lang="en-US"/>
              <a:t> 30% </a:t>
            </a:r>
            <a:r>
              <a:rPr lang="en-US" err="1"/>
              <a:t>доходов</a:t>
            </a:r>
            <a:r>
              <a:rPr lang="en-US"/>
              <a:t> </a:t>
            </a:r>
            <a:r>
              <a:rPr lang="en-US" err="1"/>
              <a:t>государственной</a:t>
            </a:r>
            <a:r>
              <a:rPr lang="en-US"/>
              <a:t> </a:t>
            </a:r>
            <a:r>
              <a:rPr lang="en-US" err="1"/>
              <a:t>казны</a:t>
            </a:r>
            <a:r>
              <a:rPr lang="en-US"/>
              <a:t>. </a:t>
            </a:r>
            <a:r>
              <a:rPr lang="en-US" err="1"/>
              <a:t>Сибирь</a:t>
            </a:r>
            <a:r>
              <a:rPr lang="en-US"/>
              <a:t> </a:t>
            </a:r>
            <a:r>
              <a:rPr lang="en-US" err="1"/>
              <a:t>спасала</a:t>
            </a:r>
            <a:r>
              <a:rPr lang="en-US"/>
              <a:t> </a:t>
            </a:r>
            <a:r>
              <a:rPr lang="en-US" err="1"/>
              <a:t>Россию</a:t>
            </a:r>
            <a:r>
              <a:rPr lang="en-US"/>
              <a:t> </a:t>
            </a:r>
            <a:r>
              <a:rPr lang="en-US" err="1"/>
              <a:t>финансово</a:t>
            </a:r>
            <a:r>
              <a:rPr lang="en-US"/>
              <a:t> в </a:t>
            </a:r>
            <a:r>
              <a:rPr lang="en-US" err="1"/>
              <a:t>самые</a:t>
            </a:r>
            <a:r>
              <a:rPr lang="en-US"/>
              <a:t> </a:t>
            </a:r>
            <a:r>
              <a:rPr lang="en-US" err="1"/>
              <a:t>тяжёлые</a:t>
            </a:r>
            <a:r>
              <a:rPr lang="en-US"/>
              <a:t> </a:t>
            </a:r>
            <a:r>
              <a:rPr lang="en-US" err="1"/>
              <a:t>годы</a:t>
            </a:r>
            <a:r>
              <a:rPr lang="en-US"/>
              <a:t>. </a:t>
            </a:r>
            <a:r>
              <a:rPr lang="en-US" err="1"/>
              <a:t>Без</a:t>
            </a:r>
            <a:r>
              <a:rPr lang="en-US"/>
              <a:t> </a:t>
            </a:r>
            <a:r>
              <a:rPr lang="en-US" err="1"/>
              <a:t>Сибири</a:t>
            </a:r>
            <a:r>
              <a:rPr lang="en-US"/>
              <a:t> —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было</a:t>
            </a:r>
            <a:r>
              <a:rPr lang="en-US"/>
              <a:t> </a:t>
            </a:r>
            <a:r>
              <a:rPr lang="en-US" err="1"/>
              <a:t>бы</a:t>
            </a:r>
            <a:r>
              <a:rPr lang="en-US"/>
              <a:t> </a:t>
            </a:r>
            <a:r>
              <a:rPr lang="en-US" err="1"/>
              <a:t>Петровских</a:t>
            </a:r>
            <a:r>
              <a:rPr lang="en-US"/>
              <a:t> </a:t>
            </a:r>
            <a:r>
              <a:rPr lang="en-US" err="1"/>
              <a:t>реформ</a:t>
            </a:r>
            <a:r>
              <a:rPr lang="en-US"/>
              <a:t>, </a:t>
            </a:r>
            <a:r>
              <a:rPr lang="en-US" err="1"/>
              <a:t>флота</a:t>
            </a:r>
            <a:r>
              <a:rPr lang="en-US"/>
              <a:t>, </a:t>
            </a:r>
            <a:r>
              <a:rPr lang="en-US" err="1"/>
              <a:t>армии</a:t>
            </a:r>
            <a:r>
              <a:rPr lang="en-US"/>
              <a:t>.</a:t>
            </a:r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825D800E-7B8B-CF80-18AC-1BCB6662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5" r="2423" b="-2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718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D563-31BB-C766-56EB-8F6746F5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1646-0E04-7713-81E9-44940B5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/>
          <a:p>
            <a:r>
              <a:rPr lang="en-US"/>
              <a:t>Итог</a:t>
            </a:r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A11FD43C-F262-77C7-B80C-35B2EA875B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47" r="19485" b="-1"/>
          <a:stretch>
            <a:fillRect/>
          </a:stretch>
        </p:blipFill>
        <p:spPr>
          <a:xfrm>
            <a:off x="20" y="10"/>
            <a:ext cx="6099028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1604B-6628-8D00-F85F-A92A551F45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60 </a:t>
            </a:r>
            <a:r>
              <a:rPr lang="en-US" err="1"/>
              <a:t>лет</a:t>
            </a:r>
            <a:r>
              <a:rPr lang="en-US"/>
              <a:t>. </a:t>
            </a:r>
            <a:r>
              <a:rPr lang="en-US" err="1"/>
              <a:t>Три</a:t>
            </a:r>
            <a:r>
              <a:rPr lang="en-US"/>
              <a:t> </a:t>
            </a:r>
            <a:r>
              <a:rPr lang="en-US" err="1"/>
              <a:t>океана</a:t>
            </a:r>
            <a:r>
              <a:rPr lang="en-US"/>
              <a:t>. </a:t>
            </a:r>
            <a:r>
              <a:rPr lang="en-US" err="1"/>
              <a:t>Десятки</a:t>
            </a:r>
            <a:r>
              <a:rPr lang="en-US"/>
              <a:t> </a:t>
            </a:r>
            <a:r>
              <a:rPr lang="en-US" err="1"/>
              <a:t>народов</a:t>
            </a:r>
            <a:r>
              <a:rPr lang="en-US"/>
              <a:t>. </a:t>
            </a:r>
            <a:r>
              <a:rPr lang="en-US" err="1"/>
              <a:t>Миллионы</a:t>
            </a:r>
            <a:r>
              <a:rPr lang="en-US"/>
              <a:t> </a:t>
            </a:r>
            <a:r>
              <a:rPr lang="en-US" err="1"/>
              <a:t>квадратных</a:t>
            </a:r>
            <a:r>
              <a:rPr lang="en-US"/>
              <a:t> </a:t>
            </a:r>
            <a:r>
              <a:rPr lang="en-US" err="1"/>
              <a:t>километров</a:t>
            </a:r>
            <a:r>
              <a:rPr lang="en-US"/>
              <a:t>. </a:t>
            </a:r>
            <a:r>
              <a:rPr lang="en-US" err="1"/>
              <a:t>Самая</a:t>
            </a:r>
            <a:r>
              <a:rPr lang="en-US"/>
              <a:t> </a:t>
            </a:r>
            <a:r>
              <a:rPr lang="en-US" err="1"/>
              <a:t>быстрая</a:t>
            </a:r>
            <a:r>
              <a:rPr lang="en-US"/>
              <a:t> </a:t>
            </a:r>
            <a:r>
              <a:rPr lang="en-US" err="1"/>
              <a:t>сухопутная</a:t>
            </a:r>
            <a:r>
              <a:rPr lang="en-US"/>
              <a:t> </a:t>
            </a:r>
            <a:r>
              <a:rPr lang="en-US" err="1"/>
              <a:t>экспансия</a:t>
            </a:r>
            <a:r>
              <a:rPr lang="en-US"/>
              <a:t> в </a:t>
            </a:r>
            <a:r>
              <a:rPr lang="en-US" err="1"/>
              <a:t>мировой</a:t>
            </a:r>
            <a:r>
              <a:rPr lang="en-US"/>
              <a:t> </a:t>
            </a:r>
            <a:r>
              <a:rPr lang="en-US" err="1"/>
              <a:t>истории</a:t>
            </a:r>
            <a:r>
              <a:rPr lang="en-US"/>
              <a:t>. </a:t>
            </a:r>
            <a:r>
              <a:rPr lang="en-US" err="1"/>
              <a:t>Сделали</a:t>
            </a:r>
            <a:r>
              <a:rPr lang="en-US"/>
              <a:t> </a:t>
            </a:r>
            <a:r>
              <a:rPr lang="en-US" err="1"/>
              <a:t>это</a:t>
            </a:r>
            <a:r>
              <a:rPr lang="en-US"/>
              <a:t>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цари</a:t>
            </a:r>
            <a:r>
              <a:rPr lang="en-US"/>
              <a:t> и </a:t>
            </a:r>
            <a:r>
              <a:rPr lang="en-US" err="1"/>
              <a:t>полководцы</a:t>
            </a:r>
            <a:r>
              <a:rPr lang="en-US"/>
              <a:t> — а </a:t>
            </a:r>
            <a:r>
              <a:rPr lang="en-US" err="1"/>
              <a:t>охотники</a:t>
            </a:r>
            <a:r>
              <a:rPr lang="en-US"/>
              <a:t> </a:t>
            </a:r>
            <a:r>
              <a:rPr lang="en-US" err="1"/>
              <a:t>за</a:t>
            </a:r>
            <a:r>
              <a:rPr lang="en-US"/>
              <a:t> </a:t>
            </a:r>
            <a:r>
              <a:rPr lang="en-US" err="1"/>
              <a:t>мехом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04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Delivering with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67315" y="2760556"/>
            <a:ext cx="8266176" cy="5605272"/>
          </a:xfrm>
        </p:spPr>
        <p:txBody>
          <a:bodyPr/>
          <a:lstStyle/>
          <a:p>
            <a:pPr algn="ctr"/>
            <a:r>
              <a:rPr lang="en-US" dirty="0" err="1"/>
              <a:t>Спасибо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 </a:t>
            </a:r>
            <a:r>
              <a:rPr lang="en-US" dirty="0" err="1"/>
              <a:t>внимание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29CA71-ACFA-46CC-8E61-4A5AB670DDE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10C717-93EF-4D86-BF6E-244725B73F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9F7478-D48A-4FC3-A70B-05B704278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521</Words>
  <Application>Microsoft Office PowerPoint</Application>
  <PresentationFormat>Widescreen</PresentationFormat>
  <Paragraphs>76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Helena</vt:lpstr>
      <vt:lpstr>«За Камень и до края земли» Русское завоевание Сибири</vt:lpstr>
      <vt:lpstr>Масштаб за 60 лет</vt:lpstr>
      <vt:lpstr>Кто шёл?</vt:lpstr>
      <vt:lpstr>Как это работало</vt:lpstr>
      <vt:lpstr>Местные народы</vt:lpstr>
      <vt:lpstr>Герой: Семён Дежнев</vt:lpstr>
      <vt:lpstr>Почему это было важно</vt:lpstr>
      <vt:lpstr>Итог</vt:lpstr>
      <vt:lpstr>Delivering with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352</cp:revision>
  <dcterms:created xsi:type="dcterms:W3CDTF">2026-03-13T07:45:16Z</dcterms:created>
  <dcterms:modified xsi:type="dcterms:W3CDTF">2026-03-20T09:55:13Z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