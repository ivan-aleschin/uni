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1509" r:id="rId7"/>
    <p:sldId id="1511" r:id="rId8"/>
    <p:sldId id="263" r:id="rId9"/>
    <p:sldId id="265" r:id="rId10"/>
    <p:sldId id="151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0EF09-4017-19A4-BFA6-E77DCB7CD3D7}" v="49" dt="2026-03-20T08:29:55.591"/>
    <p1510:client id="{A0A56AE1-0A36-A4D3-44B3-FEE524743FD6}" v="38" dt="2026-03-20T09:30:22.871"/>
    <p1510:client id="{F35897DF-6DBB-33A0-E574-40E6FB0A6FBF}" v="215" dt="2026-03-20T08:53:24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-1694" y="-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Алешин" userId="811e2e97ab995316" providerId="Windows Live" clId="Web-{A0A56AE1-0A36-A4D3-44B3-FEE524743FD6}"/>
    <pc:docChg chg="modSld">
      <pc:chgData name="Иван Алешин" userId="811e2e97ab995316" providerId="Windows Live" clId="Web-{A0A56AE1-0A36-A4D3-44B3-FEE524743FD6}" dt="2026-03-20T09:30:20.090" v="38" actId="20577"/>
      <pc:docMkLst>
        <pc:docMk/>
      </pc:docMkLst>
      <pc:sldChg chg="modSp">
        <pc:chgData name="Иван Алешин" userId="811e2e97ab995316" providerId="Windows Live" clId="Web-{A0A56AE1-0A36-A4D3-44B3-FEE524743FD6}" dt="2026-03-20T09:29:32.885" v="32" actId="20577"/>
        <pc:sldMkLst>
          <pc:docMk/>
          <pc:sldMk cId="3069965530" sldId="256"/>
        </pc:sldMkLst>
        <pc:spChg chg="mod">
          <ac:chgData name="Иван Алешин" userId="811e2e97ab995316" providerId="Windows Live" clId="Web-{A0A56AE1-0A36-A4D3-44B3-FEE524743FD6}" dt="2026-03-20T09:29:32.885" v="32" actId="20577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A0A56AE1-0A36-A4D3-44B3-FEE524743FD6}" dt="2026-03-20T09:29:29.619" v="30" actId="20577"/>
          <ac:spMkLst>
            <pc:docMk/>
            <pc:sldMk cId="3069965530" sldId="256"/>
            <ac:spMk id="9" creationId="{593CF5B9-60DF-D5F1-5B8F-48291318B352}"/>
          </ac:spMkLst>
        </pc:spChg>
      </pc:sldChg>
      <pc:sldChg chg="modSp">
        <pc:chgData name="Иван Алешин" userId="811e2e97ab995316" providerId="Windows Live" clId="Web-{A0A56AE1-0A36-A4D3-44B3-FEE524743FD6}" dt="2026-03-20T09:30:20.090" v="38" actId="20577"/>
        <pc:sldMkLst>
          <pc:docMk/>
          <pc:sldMk cId="2550444143" sldId="1512"/>
        </pc:sldMkLst>
        <pc:spChg chg="mod">
          <ac:chgData name="Иван Алешин" userId="811e2e97ab995316" providerId="Windows Live" clId="Web-{A0A56AE1-0A36-A4D3-44B3-FEE524743FD6}" dt="2026-03-20T09:30:20.090" v="38" actId="20577"/>
          <ac:spMkLst>
            <pc:docMk/>
            <pc:sldMk cId="2550444143" sldId="1512"/>
            <ac:spMk id="4" creationId="{70B1604B-6628-8D00-F85F-A92A551F45B7}"/>
          </ac:spMkLst>
        </pc:spChg>
      </pc:sldChg>
    </pc:docChg>
  </pc:docChgLst>
  <pc:docChgLst>
    <pc:chgData name="Иван Алешин" userId="811e2e97ab995316" providerId="Windows Live" clId="Web-{F35897DF-6DBB-33A0-E574-40E6FB0A6FBF}"/>
    <pc:docChg chg="addSld modSld">
      <pc:chgData name="Иван Алешин" userId="811e2e97ab995316" providerId="Windows Live" clId="Web-{F35897DF-6DBB-33A0-E574-40E6FB0A6FBF}" dt="2026-03-20T08:53:24.425" v="219" actId="1076"/>
      <pc:docMkLst>
        <pc:docMk/>
      </pc:docMkLst>
      <pc:sldChg chg="addSp delSp modSp mod modClrScheme chgLayout">
        <pc:chgData name="Иван Алешин" userId="811e2e97ab995316" providerId="Windows Live" clId="Web-{F35897DF-6DBB-33A0-E574-40E6FB0A6FBF}" dt="2026-03-20T08:43:43.280" v="131" actId="1076"/>
        <pc:sldMkLst>
          <pc:docMk/>
          <pc:sldMk cId="1941379388" sldId="263"/>
        </pc:sldMkLst>
        <pc:spChg chg="mod">
          <ac:chgData name="Иван Алешин" userId="811e2e97ab995316" providerId="Windows Live" clId="Web-{F35897DF-6DBB-33A0-E574-40E6FB0A6FBF}" dt="2026-03-20T08:41:12.604" v="100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F35897DF-6DBB-33A0-E574-40E6FB0A6FBF}" dt="2026-03-20T08:43:43.280" v="131" actId="1076"/>
          <ac:spMkLst>
            <pc:docMk/>
            <pc:sldMk cId="1941379388" sldId="263"/>
            <ac:spMk id="4" creationId="{A8072345-EDED-4266-CFF8-650FF0BB1E47}"/>
          </ac:spMkLst>
        </pc:spChg>
        <pc:picChg chg="del">
          <ac:chgData name="Иван Алешин" userId="811e2e97ab995316" providerId="Windows Live" clId="Web-{F35897DF-6DBB-33A0-E574-40E6FB0A6FBF}" dt="2026-03-20T08:40:56.698" v="96"/>
          <ac:picMkLst>
            <pc:docMk/>
            <pc:sldMk cId="1941379388" sldId="263"/>
            <ac:picMk id="3" creationId="{B915A031-0D13-0EEE-BC1F-034F3B3E09AA}"/>
          </ac:picMkLst>
        </pc:picChg>
        <pc:picChg chg="add mod">
          <ac:chgData name="Иван Алешин" userId="811e2e97ab995316" providerId="Windows Live" clId="Web-{F35897DF-6DBB-33A0-E574-40E6FB0A6FBF}" dt="2026-03-20T08:43:22.902" v="128" actId="1076"/>
          <ac:picMkLst>
            <pc:docMk/>
            <pc:sldMk cId="1941379388" sldId="263"/>
            <ac:picMk id="5" creationId="{C00EA854-DBBA-94B1-EA81-88061BF6E2E5}"/>
          </ac:picMkLst>
        </pc:picChg>
      </pc:sldChg>
      <pc:sldChg chg="addSp delSp modSp">
        <pc:chgData name="Иван Алешин" userId="811e2e97ab995316" providerId="Windows Live" clId="Web-{F35897DF-6DBB-33A0-E574-40E6FB0A6FBF}" dt="2026-03-20T08:50:04.731" v="199" actId="1076"/>
        <pc:sldMkLst>
          <pc:docMk/>
          <pc:sldMk cId="3599844030" sldId="265"/>
        </pc:sldMkLst>
        <pc:spChg chg="mod">
          <ac:chgData name="Иван Алешин" userId="811e2e97ab995316" providerId="Windows Live" clId="Web-{F35897DF-6DBB-33A0-E574-40E6FB0A6FBF}" dt="2026-03-20T08:49:57.121" v="197" actId="14100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F35897DF-6DBB-33A0-E574-40E6FB0A6FBF}" dt="2026-03-20T08:45:26.776" v="157" actId="20577"/>
          <ac:spMkLst>
            <pc:docMk/>
            <pc:sldMk cId="3599844030" sldId="265"/>
            <ac:spMk id="4" creationId="{CBAD71A6-1036-A099-9BDF-27C11F75648B}"/>
          </ac:spMkLst>
        </pc:spChg>
        <pc:picChg chg="add mod modCrop">
          <ac:chgData name="Иван Алешин" userId="811e2e97ab995316" providerId="Windows Live" clId="Web-{F35897DF-6DBB-33A0-E574-40E6FB0A6FBF}" dt="2026-03-20T08:50:01.809" v="198" actId="14100"/>
          <ac:picMkLst>
            <pc:docMk/>
            <pc:sldMk cId="3599844030" sldId="265"/>
            <ac:picMk id="3" creationId="{2C44999F-22C6-163A-26BD-1828C6AD1B50}"/>
          </ac:picMkLst>
        </pc:picChg>
        <pc:picChg chg="add del mod modCrop">
          <ac:chgData name="Иван Алешин" userId="811e2e97ab995316" providerId="Windows Live" clId="Web-{F35897DF-6DBB-33A0-E574-40E6FB0A6FBF}" dt="2026-03-20T08:50:04.731" v="199" actId="1076"/>
          <ac:picMkLst>
            <pc:docMk/>
            <pc:sldMk cId="3599844030" sldId="265"/>
            <ac:picMk id="5" creationId="{FFF1C6CA-FEBC-C886-4FD6-290695F8CD78}"/>
          </ac:picMkLst>
        </pc:picChg>
        <pc:picChg chg="del">
          <ac:chgData name="Иван Алешин" userId="811e2e97ab995316" providerId="Windows Live" clId="Web-{F35897DF-6DBB-33A0-E574-40E6FB0A6FBF}" dt="2026-03-20T08:45:27.510" v="158"/>
          <ac:picMkLst>
            <pc:docMk/>
            <pc:sldMk cId="3599844030" sldId="265"/>
            <ac:picMk id="7" creationId="{3CDC4D1A-96CC-42C4-5D99-D2149DD96046}"/>
          </ac:picMkLst>
        </pc:picChg>
      </pc:sldChg>
      <pc:sldChg chg="addSp delSp modSp mod modClrScheme chgLayout">
        <pc:chgData name="Иван Алешин" userId="811e2e97ab995316" providerId="Windows Live" clId="Web-{F35897DF-6DBB-33A0-E574-40E6FB0A6FBF}" dt="2026-03-20T08:38:43.302" v="67" actId="14100"/>
        <pc:sldMkLst>
          <pc:docMk/>
          <pc:sldMk cId="3313450045" sldId="1509"/>
        </pc:sldMkLst>
        <pc:spChg chg="mod">
          <ac:chgData name="Иван Алешин" userId="811e2e97ab995316" providerId="Windows Live" clId="Web-{F35897DF-6DBB-33A0-E574-40E6FB0A6FBF}" dt="2026-03-20T08:38:43.287" v="66" actId="14100"/>
          <ac:spMkLst>
            <pc:docMk/>
            <pc:sldMk cId="3313450045" sldId="1509"/>
            <ac:spMk id="2" creationId="{8AA144A5-0283-F980-85F3-EE51746FC4CD}"/>
          </ac:spMkLst>
        </pc:spChg>
        <pc:spChg chg="mod ord">
          <ac:chgData name="Иван Алешин" userId="811e2e97ab995316" providerId="Windows Live" clId="Web-{F35897DF-6DBB-33A0-E574-40E6FB0A6FBF}" dt="2026-03-20T08:38:43.302" v="67" actId="14100"/>
          <ac:spMkLst>
            <pc:docMk/>
            <pc:sldMk cId="3313450045" sldId="1509"/>
            <ac:spMk id="3" creationId="{1A385359-5FD3-D5C8-1467-F7082543AA4C}"/>
          </ac:spMkLst>
        </pc:spChg>
        <pc:picChg chg="add del mod">
          <ac:chgData name="Иван Алешин" userId="811e2e97ab995316" providerId="Windows Live" clId="Web-{F35897DF-6DBB-33A0-E574-40E6FB0A6FBF}" dt="2026-03-20T08:31:39.869" v="2"/>
          <ac:picMkLst>
            <pc:docMk/>
            <pc:sldMk cId="3313450045" sldId="1509"/>
            <ac:picMk id="4" creationId="{475A16EF-BC6E-FD50-3ECF-82855D28A8F8}"/>
          </ac:picMkLst>
        </pc:picChg>
        <pc:picChg chg="add mod">
          <ac:chgData name="Иван Алешин" userId="811e2e97ab995316" providerId="Windows Live" clId="Web-{F35897DF-6DBB-33A0-E574-40E6FB0A6FBF}" dt="2026-03-20T08:38:31.208" v="65" actId="1076"/>
          <ac:picMkLst>
            <pc:docMk/>
            <pc:sldMk cId="3313450045" sldId="1509"/>
            <ac:picMk id="5" creationId="{CA9F1A02-DE90-B81E-508E-E73F370A3ADB}"/>
          </ac:picMkLst>
        </pc:picChg>
      </pc:sldChg>
      <pc:sldChg chg="addSp delSp modSp mod modClrScheme chgLayout">
        <pc:chgData name="Иван Алешин" userId="811e2e97ab995316" providerId="Windows Live" clId="Web-{F35897DF-6DBB-33A0-E574-40E6FB0A6FBF}" dt="2026-03-20T08:38:07.676" v="64" actId="1076"/>
        <pc:sldMkLst>
          <pc:docMk/>
          <pc:sldMk cId="187927555" sldId="1511"/>
        </pc:sldMkLst>
        <pc:spChg chg="mod">
          <ac:chgData name="Иван Алешин" userId="811e2e97ab995316" providerId="Windows Live" clId="Web-{F35897DF-6DBB-33A0-E574-40E6FB0A6FBF}" dt="2026-03-20T08:38:04.691" v="63" actId="1076"/>
          <ac:spMkLst>
            <pc:docMk/>
            <pc:sldMk cId="187927555" sldId="1511"/>
            <ac:spMk id="2" creationId="{9BB750E1-014E-2F32-5FE0-025C27322ADF}"/>
          </ac:spMkLst>
        </pc:spChg>
        <pc:spChg chg="mod">
          <ac:chgData name="Иван Алешин" userId="811e2e97ab995316" providerId="Windows Live" clId="Web-{F35897DF-6DBB-33A0-E574-40E6FB0A6FBF}" dt="2026-03-20T08:38:07.676" v="64" actId="1076"/>
          <ac:spMkLst>
            <pc:docMk/>
            <pc:sldMk cId="187927555" sldId="1511"/>
            <ac:spMk id="3" creationId="{A36B70B6-B9DD-8293-E045-C9E0BE21FEB2}"/>
          </ac:spMkLst>
        </pc:spChg>
        <pc:spChg chg="add mod">
          <ac:chgData name="Иван Алешин" userId="811e2e97ab995316" providerId="Windows Live" clId="Web-{F35897DF-6DBB-33A0-E574-40E6FB0A6FBF}" dt="2026-03-20T08:38:00.285" v="62" actId="1076"/>
          <ac:spMkLst>
            <pc:docMk/>
            <pc:sldMk cId="187927555" sldId="1511"/>
            <ac:spMk id="6" creationId="{D28E12FF-198B-8BB7-1E0C-028E8A1AC927}"/>
          </ac:spMkLst>
        </pc:spChg>
        <pc:picChg chg="del">
          <ac:chgData name="Иван Алешин" userId="811e2e97ab995316" providerId="Windows Live" clId="Web-{F35897DF-6DBB-33A0-E574-40E6FB0A6FBF}" dt="2026-03-20T08:35:59.700" v="33"/>
          <ac:picMkLst>
            <pc:docMk/>
            <pc:sldMk cId="187927555" sldId="1511"/>
            <ac:picMk id="4" creationId="{9AC1348A-9939-ED92-C987-8FE4F4ACE909}"/>
          </ac:picMkLst>
        </pc:picChg>
        <pc:picChg chg="add mod">
          <ac:chgData name="Иван Алешин" userId="811e2e97ab995316" providerId="Windows Live" clId="Web-{F35897DF-6DBB-33A0-E574-40E6FB0A6FBF}" dt="2026-03-20T08:36:18.076" v="39"/>
          <ac:picMkLst>
            <pc:docMk/>
            <pc:sldMk cId="187927555" sldId="1511"/>
            <ac:picMk id="5" creationId="{C07C9DF3-3949-F624-FC7A-85E5B2E2516E}"/>
          </ac:picMkLst>
        </pc:picChg>
      </pc:sldChg>
      <pc:sldChg chg="addSp delSp modSp add mod replId modClrScheme chgLayout">
        <pc:chgData name="Иван Алешин" userId="811e2e97ab995316" providerId="Windows Live" clId="Web-{F35897DF-6DBB-33A0-E574-40E6FB0A6FBF}" dt="2026-03-20T08:53:24.425" v="219" actId="1076"/>
        <pc:sldMkLst>
          <pc:docMk/>
          <pc:sldMk cId="2550444143" sldId="1512"/>
        </pc:sldMkLst>
        <pc:spChg chg="mod">
          <ac:chgData name="Иван Алешин" userId="811e2e97ab995316" providerId="Windows Live" clId="Web-{F35897DF-6DBB-33A0-E574-40E6FB0A6FBF}" dt="2026-03-20T08:53:24.409" v="218" actId="1076"/>
          <ac:spMkLst>
            <pc:docMk/>
            <pc:sldMk cId="2550444143" sldId="1512"/>
            <ac:spMk id="2" creationId="{93691646-0E04-7713-81E9-44940B5A051E}"/>
          </ac:spMkLst>
        </pc:spChg>
        <pc:spChg chg="mod ord">
          <ac:chgData name="Иван Алешин" userId="811e2e97ab995316" providerId="Windows Live" clId="Web-{F35897DF-6DBB-33A0-E574-40E6FB0A6FBF}" dt="2026-03-20T08:53:24.425" v="219" actId="1076"/>
          <ac:spMkLst>
            <pc:docMk/>
            <pc:sldMk cId="2550444143" sldId="1512"/>
            <ac:spMk id="4" creationId="{70B1604B-6628-8D00-F85F-A92A551F45B7}"/>
          </ac:spMkLst>
        </pc:spChg>
        <pc:picChg chg="del">
          <ac:chgData name="Иван Алешин" userId="811e2e97ab995316" providerId="Windows Live" clId="Web-{F35897DF-6DBB-33A0-E574-40E6FB0A6FBF}" dt="2026-03-20T08:51:32.344" v="203"/>
          <ac:picMkLst>
            <pc:docMk/>
            <pc:sldMk cId="2550444143" sldId="1512"/>
            <ac:picMk id="3" creationId="{BDFEE54E-6715-8902-2E55-5521E3E38AF9}"/>
          </ac:picMkLst>
        </pc:picChg>
        <pc:picChg chg="del">
          <ac:chgData name="Иван Алешин" userId="811e2e97ab995316" providerId="Windows Live" clId="Web-{F35897DF-6DBB-33A0-E574-40E6FB0A6FBF}" dt="2026-03-20T08:51:33.922" v="204"/>
          <ac:picMkLst>
            <pc:docMk/>
            <pc:sldMk cId="2550444143" sldId="1512"/>
            <ac:picMk id="5" creationId="{B2EBDF95-C8A0-DC0E-7F04-50BC534DAECA}"/>
          </ac:picMkLst>
        </pc:picChg>
        <pc:picChg chg="add mod">
          <ac:chgData name="Иван Алешин" userId="811e2e97ab995316" providerId="Windows Live" clId="Web-{F35897DF-6DBB-33A0-E574-40E6FB0A6FBF}" dt="2026-03-20T08:51:48.954" v="206"/>
          <ac:picMkLst>
            <pc:docMk/>
            <pc:sldMk cId="2550444143" sldId="1512"/>
            <ac:picMk id="6" creationId="{F0E40822-C6A3-4925-8375-C337698BFD89}"/>
          </ac:picMkLst>
        </pc:picChg>
      </pc:sldChg>
    </pc:docChg>
  </pc:docChgLst>
  <pc:docChgLst>
    <pc:chgData name="Иван Алешин" userId="811e2e97ab995316" providerId="Windows Live" clId="Web-{580EE46A-2C95-43D2-B67E-01C42086F90A}"/>
    <pc:docChg chg="delSld modSld">
      <pc:chgData name="Иван Алешин" userId="811e2e97ab995316" providerId="Windows Live" clId="Web-{580EE46A-2C95-43D2-B67E-01C42086F90A}" dt="2026-03-13T08:41:44.301" v="300" actId="20577"/>
      <pc:docMkLst>
        <pc:docMk/>
      </pc:docMkLst>
      <pc:sldChg chg="addSp delSp modSp mod modClrScheme chgLayout">
        <pc:chgData name="Иван Алешин" userId="811e2e97ab995316" providerId="Windows Live" clId="Web-{580EE46A-2C95-43D2-B67E-01C42086F90A}" dt="2026-03-13T08:41:44.301" v="300" actId="20577"/>
        <pc:sldMkLst>
          <pc:docMk/>
          <pc:sldMk cId="3069965530" sldId="256"/>
        </pc:sldMkLst>
        <pc:spChg chg="mod">
          <ac:chgData name="Иван Алешин" userId="811e2e97ab995316" providerId="Windows Live" clId="Web-{580EE46A-2C95-43D2-B67E-01C42086F90A}" dt="2026-03-13T08:38:07.685" v="263" actId="1076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580EE46A-2C95-43D2-B67E-01C42086F90A}" dt="2026-03-13T08:41:44.301" v="300" actId="20577"/>
          <ac:spMkLst>
            <pc:docMk/>
            <pc:sldMk cId="3069965530" sldId="256"/>
            <ac:spMk id="5" creationId="{02FA3257-663D-61CE-A5D5-22B53DB71488}"/>
          </ac:spMkLst>
        </pc:spChg>
        <pc:spChg chg="add mod">
          <ac:chgData name="Иван Алешин" userId="811e2e97ab995316" providerId="Windows Live" clId="Web-{580EE46A-2C95-43D2-B67E-01C42086F90A}" dt="2026-03-13T08:38:01.670" v="261" actId="1076"/>
          <ac:spMkLst>
            <pc:docMk/>
            <pc:sldMk cId="3069965530" sldId="256"/>
            <ac:spMk id="9" creationId="{593CF5B9-60DF-D5F1-5B8F-48291318B352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48.375" v="169" actId="1076"/>
        <pc:sldMkLst>
          <pc:docMk/>
          <pc:sldMk cId="4216523365" sldId="257"/>
        </pc:sldMkLst>
        <pc:spChg chg="mod">
          <ac:chgData name="Иван Алешин" userId="811e2e97ab995316" providerId="Windows Live" clId="Web-{580EE46A-2C95-43D2-B67E-01C42086F90A}" dt="2026-03-13T08:28:44.812" v="168" actId="1076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580EE46A-2C95-43D2-B67E-01C42086F90A}" dt="2026-03-13T08:28:48.375" v="169" actId="1076"/>
          <ac:spMkLst>
            <pc:docMk/>
            <pc:sldMk cId="4216523365" sldId="257"/>
            <ac:spMk id="3" creationId="{432C04E6-B771-F1FA-85F4-B7984DE55A8E}"/>
          </ac:spMkLst>
        </pc:spChg>
      </pc:sldChg>
      <pc:sldChg chg="addSp delSp modSp mod modClrScheme chgLayout">
        <pc:chgData name="Иван Алешин" userId="811e2e97ab995316" providerId="Windows Live" clId="Web-{580EE46A-2C95-43D2-B67E-01C42086F90A}" dt="2026-03-13T08:38:19.811" v="265" actId="1076"/>
        <pc:sldMkLst>
          <pc:docMk/>
          <pc:sldMk cId="1941379388" sldId="263"/>
        </pc:sldMkLst>
        <pc:spChg chg="mod">
          <ac:chgData name="Иван Алешин" userId="811e2e97ab995316" providerId="Windows Live" clId="Web-{580EE46A-2C95-43D2-B67E-01C42086F90A}" dt="2026-03-13T08:34:32.363" v="237" actId="1076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580EE46A-2C95-43D2-B67E-01C42086F90A}" dt="2026-03-13T08:16:42.544" v="94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">
        <pc:chgData name="Иван Алешин" userId="811e2e97ab995316" providerId="Windows Live" clId="Web-{580EE46A-2C95-43D2-B67E-01C42086F90A}" dt="2026-03-13T08:39:46.157" v="286" actId="1076"/>
        <pc:sldMkLst>
          <pc:docMk/>
          <pc:sldMk cId="3599844030" sldId="265"/>
        </pc:sldMkLst>
        <pc:spChg chg="mod">
          <ac:chgData name="Иван Алешин" userId="811e2e97ab995316" providerId="Windows Live" clId="Web-{580EE46A-2C95-43D2-B67E-01C42086F90A}" dt="2026-03-13T08:37:08.574" v="259" actId="1076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580EE46A-2C95-43D2-B67E-01C42086F90A}" dt="2026-03-13T08:39:46.157" v="286" actId="1076"/>
          <ac:spMkLst>
            <pc:docMk/>
            <pc:sldMk cId="3599844030" sldId="265"/>
            <ac:spMk id="4" creationId="{CBAD71A6-1036-A099-9BDF-27C11F75648B}"/>
          </ac:spMkLst>
        </pc:spChg>
      </pc:sldChg>
      <pc:sldChg chg="modSp">
        <pc:chgData name="Иван Алешин" userId="811e2e97ab995316" providerId="Windows Live" clId="Web-{580EE46A-2C95-43D2-B67E-01C42086F90A}" dt="2026-03-13T08:39:27.407" v="282" actId="1076"/>
        <pc:sldMkLst>
          <pc:docMk/>
          <pc:sldMk cId="3947552595" sldId="266"/>
        </pc:sldMkLst>
        <pc:spChg chg="mod">
          <ac:chgData name="Иван Алешин" userId="811e2e97ab995316" providerId="Windows Live" clId="Web-{580EE46A-2C95-43D2-B67E-01C42086F90A}" dt="2026-03-13T08:39:27.407" v="282" actId="1076"/>
          <ac:spMkLst>
            <pc:docMk/>
            <pc:sldMk cId="3947552595" sldId="266"/>
            <ac:spMk id="3" creationId="{4227E922-AE57-EC70-406A-77ED03351FF3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29.324" v="166" actId="1076"/>
        <pc:sldMkLst>
          <pc:docMk/>
          <pc:sldMk cId="3313450045" sldId="1509"/>
        </pc:sldMkLst>
        <pc:spChg chg="mod">
          <ac:chgData name="Иван Алешин" userId="811e2e97ab995316" providerId="Windows Live" clId="Web-{580EE46A-2C95-43D2-B67E-01C42086F90A}" dt="2026-03-13T08:28:29.324" v="166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580EE46A-2C95-43D2-B67E-01C42086F90A}" dt="2026-03-13T08:28:25.558" v="165" actId="1076"/>
          <ac:spMkLst>
            <pc:docMk/>
            <pc:sldMk cId="3313450045" sldId="1509"/>
            <ac:spMk id="3" creationId="{1A385359-5FD3-D5C8-1467-F7082543AA4C}"/>
          </ac:spMkLst>
        </pc:spChg>
      </pc:sldChg>
      <pc:sldChg chg="addSp modSp">
        <pc:chgData name="Иван Алешин" userId="811e2e97ab995316" providerId="Windows Live" clId="Web-{580EE46A-2C95-43D2-B67E-01C42086F90A}" dt="2026-03-13T08:33:39.063" v="231" actId="1076"/>
        <pc:sldMkLst>
          <pc:docMk/>
          <pc:sldMk cId="187927555" sldId="1511"/>
        </pc:sldMkLst>
        <pc:spChg chg="mod">
          <ac:chgData name="Иван Алешин" userId="811e2e97ab995316" providerId="Windows Live" clId="Web-{580EE46A-2C95-43D2-B67E-01C42086F90A}" dt="2026-03-13T08:33:39.063" v="231" actId="1076"/>
          <ac:spMkLst>
            <pc:docMk/>
            <pc:sldMk cId="187927555" sldId="1511"/>
            <ac:spMk id="2" creationId="{9BB750E1-014E-2F32-5FE0-025C27322ADF}"/>
          </ac:spMkLst>
        </pc:spChg>
        <pc:spChg chg="mod">
          <ac:chgData name="Иван Алешин" userId="811e2e97ab995316" providerId="Windows Live" clId="Web-{580EE46A-2C95-43D2-B67E-01C42086F90A}" dt="2026-03-13T08:33:24.890" v="229" actId="14100"/>
          <ac:spMkLst>
            <pc:docMk/>
            <pc:sldMk cId="187927555" sldId="1511"/>
            <ac:spMk id="3" creationId="{A36B70B6-B9DD-8293-E045-C9E0BE21FEB2}"/>
          </ac:spMkLst>
        </pc:spChg>
      </pc:sldChg>
    </pc:docChg>
  </pc:docChgLst>
  <pc:docChgLst>
    <pc:chgData name="Иван Алешин" userId="811e2e97ab995316" providerId="Windows Live" clId="Web-{0CF0EF09-4017-19A4-BFA6-E77DCB7CD3D7}"/>
    <pc:docChg chg="modSld">
      <pc:chgData name="Иван Алешин" userId="811e2e97ab995316" providerId="Windows Live" clId="Web-{0CF0EF09-4017-19A4-BFA6-E77DCB7CD3D7}" dt="2026-03-20T08:29:55.591" v="43"/>
      <pc:docMkLst>
        <pc:docMk/>
      </pc:docMkLst>
      <pc:sldChg chg="addSp delSp modSp">
        <pc:chgData name="Иван Алешин" userId="811e2e97ab995316" providerId="Windows Live" clId="Web-{0CF0EF09-4017-19A4-BFA6-E77DCB7CD3D7}" dt="2026-03-20T08:23:13.356" v="10" actId="1076"/>
        <pc:sldMkLst>
          <pc:docMk/>
          <pc:sldMk cId="3069965530" sldId="256"/>
        </pc:sldMkLst>
        <pc:spChg chg="add del mod">
          <ac:chgData name="Иван Алешин" userId="811e2e97ab995316" providerId="Windows Live" clId="Web-{0CF0EF09-4017-19A4-BFA6-E77DCB7CD3D7}" dt="2026-03-20T08:22:53.981" v="7"/>
          <ac:spMkLst>
            <pc:docMk/>
            <pc:sldMk cId="3069965530" sldId="256"/>
            <ac:spMk id="3" creationId="{AF45FBCE-18D5-D23D-69FD-020476D1D4BC}"/>
          </ac:spMkLst>
        </pc:spChg>
        <pc:spChg chg="mod">
          <ac:chgData name="Иван Алешин" userId="811e2e97ab995316" providerId="Windows Live" clId="Web-{0CF0EF09-4017-19A4-BFA6-E77DCB7CD3D7}" dt="2026-03-20T08:21:37.497" v="1" actId="20577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0CF0EF09-4017-19A4-BFA6-E77DCB7CD3D7}" dt="2026-03-20T08:21:53.419" v="5" actId="20577"/>
          <ac:spMkLst>
            <pc:docMk/>
            <pc:sldMk cId="3069965530" sldId="256"/>
            <ac:spMk id="9" creationId="{593CF5B9-60DF-D5F1-5B8F-48291318B352}"/>
          </ac:spMkLst>
        </pc:spChg>
        <pc:picChg chg="del">
          <ac:chgData name="Иван Алешин" userId="811e2e97ab995316" providerId="Windows Live" clId="Web-{0CF0EF09-4017-19A4-BFA6-E77DCB7CD3D7}" dt="2026-03-20T08:22:02.060" v="6"/>
          <ac:picMkLst>
            <pc:docMk/>
            <pc:sldMk cId="3069965530" sldId="256"/>
            <ac:picMk id="6" creationId="{D9DBC825-54CA-CF7E-0046-720C9B9A8B59}"/>
          </ac:picMkLst>
        </pc:picChg>
        <pc:picChg chg="add mod">
          <ac:chgData name="Иван Алешин" userId="811e2e97ab995316" providerId="Windows Live" clId="Web-{0CF0EF09-4017-19A4-BFA6-E77DCB7CD3D7}" dt="2026-03-20T08:23:13.356" v="10" actId="1076"/>
          <ac:picMkLst>
            <pc:docMk/>
            <pc:sldMk cId="3069965530" sldId="256"/>
            <ac:picMk id="7" creationId="{4C8F9BA6-A1C0-E964-3647-F0D862D3A8A7}"/>
          </ac:picMkLst>
        </pc:picChg>
      </pc:sldChg>
      <pc:sldChg chg="addSp delSp modSp mod modClrScheme chgLayout">
        <pc:chgData name="Иван Алешин" userId="811e2e97ab995316" providerId="Windows Live" clId="Web-{0CF0EF09-4017-19A4-BFA6-E77DCB7CD3D7}" dt="2026-03-20T08:29:08.950" v="27"/>
        <pc:sldMkLst>
          <pc:docMk/>
          <pc:sldMk cId="4216523365" sldId="257"/>
        </pc:sldMkLst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3" creationId="{432C04E6-B771-F1FA-85F4-B7984DE55A8E}"/>
          </ac:spMkLst>
        </pc:spChg>
        <pc:picChg chg="add mod">
          <ac:chgData name="Иван Алешин" userId="811e2e97ab995316" providerId="Windows Live" clId="Web-{0CF0EF09-4017-19A4-BFA6-E77DCB7CD3D7}" dt="2026-03-20T08:29:08.950" v="27"/>
          <ac:picMkLst>
            <pc:docMk/>
            <pc:sldMk cId="4216523365" sldId="257"/>
            <ac:picMk id="4" creationId="{39AB0320-36C1-C905-611A-721F8F34CB24}"/>
          </ac:picMkLst>
        </pc:picChg>
        <pc:picChg chg="del">
          <ac:chgData name="Иван Алешин" userId="811e2e97ab995316" providerId="Windows Live" clId="Web-{0CF0EF09-4017-19A4-BFA6-E77DCB7CD3D7}" dt="2026-03-20T08:24:06.747" v="23"/>
          <ac:picMkLst>
            <pc:docMk/>
            <pc:sldMk cId="4216523365" sldId="257"/>
            <ac:picMk id="6" creationId="{6E996511-FE6D-2871-7FD2-41B8594AAD48}"/>
          </ac:picMkLst>
        </pc:picChg>
      </pc:sldChg>
      <pc:sldChg chg="delSp modSp">
        <pc:chgData name="Иван Алешин" userId="811e2e97ab995316" providerId="Windows Live" clId="Web-{0CF0EF09-4017-19A4-BFA6-E77DCB7CD3D7}" dt="2026-03-20T08:29:55.591" v="43"/>
        <pc:sldMkLst>
          <pc:docMk/>
          <pc:sldMk cId="3313450045" sldId="1509"/>
        </pc:sldMkLst>
        <pc:spChg chg="mod">
          <ac:chgData name="Иван Алешин" userId="811e2e97ab995316" providerId="Windows Live" clId="Web-{0CF0EF09-4017-19A4-BFA6-E77DCB7CD3D7}" dt="2026-03-20T08:29:37.107" v="39" actId="20577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0CF0EF09-4017-19A4-BFA6-E77DCB7CD3D7}" dt="2026-03-20T08:29:54.982" v="42" actId="20577"/>
          <ac:spMkLst>
            <pc:docMk/>
            <pc:sldMk cId="3313450045" sldId="1509"/>
            <ac:spMk id="3" creationId="{1A385359-5FD3-D5C8-1467-F7082543AA4C}"/>
          </ac:spMkLst>
        </pc:spChg>
        <pc:picChg chg="del">
          <ac:chgData name="Иван Алешин" userId="811e2e97ab995316" providerId="Windows Live" clId="Web-{0CF0EF09-4017-19A4-BFA6-E77DCB7CD3D7}" dt="2026-03-20T08:29:55.591" v="43"/>
          <ac:picMkLst>
            <pc:docMk/>
            <pc:sldMk cId="3313450045" sldId="1509"/>
            <ac:picMk id="7" creationId="{F29C6130-FCD5-6F5C-6C13-925262D7451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11" y="612563"/>
            <a:ext cx="7151962" cy="1104646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«</a:t>
            </a:r>
            <a:r>
              <a:rPr lang="en-US" sz="3600" dirty="0" err="1">
                <a:ea typeface="+mj-lt"/>
                <a:cs typeface="+mj-lt"/>
              </a:rPr>
              <a:t>Хождение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за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три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моря</a:t>
            </a:r>
            <a:r>
              <a:rPr lang="en-US" sz="3600" dirty="0">
                <a:ea typeface="+mj-lt"/>
                <a:cs typeface="+mj-lt"/>
              </a:rPr>
              <a:t>»</a:t>
            </a:r>
            <a:r>
              <a:rPr lang="en-US" sz="3600" b="0" dirty="0">
                <a:ea typeface="+mj-lt"/>
                <a:cs typeface="+mj-lt"/>
              </a:rPr>
              <a:t> </a:t>
            </a:r>
            <a:r>
              <a:rPr lang="en-US" sz="3600" b="0" dirty="0" err="1">
                <a:ea typeface="+mj-lt"/>
                <a:cs typeface="+mj-lt"/>
              </a:rPr>
              <a:t>Афанасий</a:t>
            </a:r>
            <a:r>
              <a:rPr lang="en-US" sz="3600" b="0" dirty="0">
                <a:ea typeface="+mj-lt"/>
                <a:cs typeface="+mj-lt"/>
              </a:rPr>
              <a:t> </a:t>
            </a:r>
            <a:r>
              <a:rPr lang="en-US" sz="3600" b="0" dirty="0" err="1">
                <a:ea typeface="+mj-lt"/>
                <a:cs typeface="+mj-lt"/>
              </a:rPr>
              <a:t>Никитин</a:t>
            </a:r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594" y="4863169"/>
            <a:ext cx="4206240" cy="1380744"/>
          </a:xfrm>
        </p:spPr>
        <p:txBody>
          <a:bodyPr/>
          <a:lstStyle/>
          <a:p>
            <a:r>
              <a:rPr lang="en-US" dirty="0"/>
              <a:t>ПИН-31 </a:t>
            </a:r>
            <a:r>
              <a:rPr lang="en-US" dirty="0" err="1"/>
              <a:t>Алешин</a:t>
            </a:r>
            <a:r>
              <a:rPr lang="en-US" dirty="0"/>
              <a:t> И.К.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CF5B9-60DF-D5F1-5B8F-48291318B352}"/>
              </a:ext>
            </a:extLst>
          </p:cNvPr>
          <p:cNvSpPr txBox="1"/>
          <p:nvPr/>
        </p:nvSpPr>
        <p:spPr>
          <a:xfrm>
            <a:off x="476250" y="2783416"/>
            <a:ext cx="465666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>
                <a:ea typeface="+mn-lt"/>
                <a:cs typeface="+mn-lt"/>
              </a:rPr>
              <a:t>Первый русский путешественник в Индию </a:t>
            </a:r>
            <a:r>
              <a:rPr lang="ru-RU" sz="2800" i="1">
                <a:ea typeface="+mn-lt"/>
                <a:cs typeface="+mn-lt"/>
              </a:rPr>
              <a:t>1468–1474 гг.</a:t>
            </a:r>
            <a:endParaRPr lang="ru-RU" sz="2800"/>
          </a:p>
        </p:txBody>
      </p:sp>
      <p:pic>
        <p:nvPicPr>
          <p:cNvPr id="7" name="Picture 6" descr="Афанасий Никитин станет брендом Твери? | Твериград">
            <a:extLst>
              <a:ext uri="{FF2B5EF4-FFF2-40B4-BE49-F238E27FC236}">
                <a16:creationId xmlns:a16="http://schemas.microsoft.com/office/drawing/2014/main" id="{4C8F9BA6-A1C0-E964-3647-F0D862D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093" y="1433565"/>
            <a:ext cx="5390659" cy="492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err="1"/>
              <a:t>Кто</a:t>
            </a:r>
            <a:r>
              <a:rPr lang="en-US"/>
              <a:t> </a:t>
            </a:r>
            <a:r>
              <a:rPr lang="en-US" err="1"/>
              <a:t>он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err="1"/>
              <a:t>Тверской</a:t>
            </a:r>
            <a:r>
              <a:rPr lang="en-US"/>
              <a:t> </a:t>
            </a:r>
            <a:r>
              <a:rPr lang="en-US" err="1"/>
              <a:t>купец</a:t>
            </a:r>
            <a:r>
              <a:rPr lang="en-US"/>
              <a:t>. </a:t>
            </a:r>
            <a:r>
              <a:rPr lang="en-US" err="1"/>
              <a:t>Не</a:t>
            </a:r>
            <a:r>
              <a:rPr lang="en-US"/>
              <a:t> </a:t>
            </a:r>
            <a:r>
              <a:rPr lang="en-US" err="1"/>
              <a:t>учёный</a:t>
            </a:r>
            <a:r>
              <a:rPr lang="en-US"/>
              <a:t>, </a:t>
            </a:r>
            <a:r>
              <a:rPr lang="en-US" err="1"/>
              <a:t>не</a:t>
            </a:r>
            <a:r>
              <a:rPr lang="en-US"/>
              <a:t> </a:t>
            </a:r>
            <a:r>
              <a:rPr lang="en-US" err="1"/>
              <a:t>дипломат</a:t>
            </a:r>
            <a:r>
              <a:rPr lang="en-US"/>
              <a:t>, </a:t>
            </a:r>
            <a:r>
              <a:rPr lang="en-US" err="1"/>
              <a:t>не</a:t>
            </a:r>
            <a:r>
              <a:rPr lang="en-US"/>
              <a:t> </a:t>
            </a:r>
            <a:r>
              <a:rPr lang="en-US" err="1"/>
              <a:t>мореплаватель</a:t>
            </a:r>
            <a:r>
              <a:rPr lang="en-US"/>
              <a:t>. </a:t>
            </a:r>
            <a:endParaRPr lang="ru-RU"/>
          </a:p>
          <a:p>
            <a:pPr marL="0" indent="0">
              <a:buNone/>
            </a:pPr>
            <a:r>
              <a:rPr lang="en-US" err="1"/>
              <a:t>Обычный</a:t>
            </a:r>
            <a:r>
              <a:rPr lang="en-US"/>
              <a:t> </a:t>
            </a:r>
            <a:r>
              <a:rPr lang="en-US" err="1"/>
              <a:t>торговец</a:t>
            </a:r>
            <a:r>
              <a:rPr lang="en-US"/>
              <a:t>, </a:t>
            </a:r>
            <a:r>
              <a:rPr lang="en-US" err="1"/>
              <a:t>который</a:t>
            </a:r>
            <a:r>
              <a:rPr lang="en-US"/>
              <a:t> </a:t>
            </a:r>
            <a:r>
              <a:rPr lang="en-US" err="1"/>
              <a:t>поехал</a:t>
            </a:r>
            <a:r>
              <a:rPr lang="en-US"/>
              <a:t> </a:t>
            </a:r>
            <a:r>
              <a:rPr lang="en-US" err="1"/>
              <a:t>за</a:t>
            </a:r>
            <a:r>
              <a:rPr lang="en-US"/>
              <a:t> </a:t>
            </a:r>
            <a:r>
              <a:rPr lang="en-US" err="1"/>
              <a:t>товаром</a:t>
            </a:r>
            <a:r>
              <a:rPr lang="en-US"/>
              <a:t> — и </a:t>
            </a:r>
            <a:r>
              <a:rPr lang="en-US" err="1"/>
              <a:t>пропал</a:t>
            </a:r>
            <a:r>
              <a:rPr lang="en-US"/>
              <a:t> </a:t>
            </a:r>
            <a:r>
              <a:rPr lang="en-US" err="1"/>
              <a:t>на</a:t>
            </a:r>
            <a:r>
              <a:rPr lang="en-US"/>
              <a:t> 6 </a:t>
            </a:r>
            <a:r>
              <a:rPr lang="en-US" err="1"/>
              <a:t>лет</a:t>
            </a:r>
            <a:r>
              <a:rPr lang="en-US"/>
              <a:t>.</a:t>
            </a:r>
            <a:endParaRPr lang="ru-RU"/>
          </a:p>
        </p:txBody>
      </p:sp>
      <p:pic>
        <p:nvPicPr>
          <p:cNvPr id="4" name="Picture 3" descr="Picture background">
            <a:extLst>
              <a:ext uri="{FF2B5EF4-FFF2-40B4-BE49-F238E27FC236}">
                <a16:creationId xmlns:a16="http://schemas.microsoft.com/office/drawing/2014/main" id="{39AB0320-36C1-C905-611A-721F8F34C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8883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8629" y="1105486"/>
            <a:ext cx="5350764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err="1"/>
              <a:t>Как</a:t>
            </a:r>
            <a:r>
              <a:rPr lang="en-US"/>
              <a:t> </a:t>
            </a:r>
            <a:r>
              <a:rPr lang="en-US" err="1"/>
              <a:t>всё</a:t>
            </a:r>
            <a:r>
              <a:rPr lang="en-US"/>
              <a:t> </a:t>
            </a:r>
            <a:r>
              <a:rPr lang="en-US" err="1"/>
              <a:t>началось</a:t>
            </a:r>
          </a:p>
        </p:txBody>
      </p:sp>
      <p:pic>
        <p:nvPicPr>
          <p:cNvPr id="5" name="Picture 4" descr="A map of the middle east&#10;&#10;AI-generated content may be incorrect.">
            <a:extLst>
              <a:ext uri="{FF2B5EF4-FFF2-40B4-BE49-F238E27FC236}">
                <a16:creationId xmlns:a16="http://schemas.microsoft.com/office/drawing/2014/main" id="{CA9F1A02-DE90-B81E-508E-E73F370A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1" r="12823"/>
          <a:stretch>
            <a:fillRect/>
          </a:stretch>
        </p:blipFill>
        <p:spPr>
          <a:xfrm>
            <a:off x="537328" y="19539"/>
            <a:ext cx="4793865" cy="685800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8629" y="2385646"/>
            <a:ext cx="5329155" cy="44897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1468 </a:t>
            </a:r>
            <a:r>
              <a:rPr lang="en-US" dirty="0" err="1"/>
              <a:t>год</a:t>
            </a:r>
            <a:r>
              <a:rPr lang="en-US" dirty="0"/>
              <a:t>. </a:t>
            </a:r>
            <a:r>
              <a:rPr lang="en-US" dirty="0" err="1"/>
              <a:t>Никитин</a:t>
            </a:r>
            <a:r>
              <a:rPr lang="en-US" dirty="0"/>
              <a:t> </a:t>
            </a:r>
            <a:r>
              <a:rPr lang="en-US" dirty="0" err="1"/>
              <a:t>плывёт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Волге</a:t>
            </a:r>
            <a:r>
              <a:rPr lang="en-US" dirty="0"/>
              <a:t> с </a:t>
            </a:r>
            <a:r>
              <a:rPr lang="en-US" dirty="0" err="1"/>
              <a:t>товаром</a:t>
            </a:r>
            <a:r>
              <a:rPr lang="en-US" dirty="0"/>
              <a:t>. </a:t>
            </a:r>
            <a:endParaRPr lang="ru-RU" dirty="0"/>
          </a:p>
          <a:p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Астраханью</a:t>
            </a:r>
            <a:r>
              <a:rPr lang="en-US" dirty="0"/>
              <a:t> </a:t>
            </a:r>
            <a:r>
              <a:rPr lang="en-US" dirty="0" err="1"/>
              <a:t>нападают</a:t>
            </a:r>
            <a:r>
              <a:rPr lang="en-US" dirty="0"/>
              <a:t> </a:t>
            </a:r>
            <a:r>
              <a:rPr lang="en-US" dirty="0" err="1"/>
              <a:t>татары</a:t>
            </a:r>
            <a:r>
              <a:rPr lang="en-US" dirty="0"/>
              <a:t> —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забирают</a:t>
            </a:r>
            <a:r>
              <a:rPr lang="en-US" dirty="0"/>
              <a:t>. </a:t>
            </a:r>
            <a:endParaRPr lang="ru-RU" dirty="0"/>
          </a:p>
          <a:p>
            <a:r>
              <a:rPr lang="en-US" dirty="0" err="1"/>
              <a:t>Возвращаться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dirty="0" err="1"/>
              <a:t>чем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  <a:endParaRPr lang="ru-RU" b="0" i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50580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dirty="0" err="1"/>
              <a:t>Путь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509308"/>
            <a:ext cx="4360863" cy="9207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 err="1"/>
              <a:t>Волга</a:t>
            </a:r>
            <a:r>
              <a:rPr lang="en-US" dirty="0"/>
              <a:t> → </a:t>
            </a:r>
            <a:r>
              <a:rPr lang="en-US" dirty="0" err="1"/>
              <a:t>Каспий</a:t>
            </a:r>
            <a:r>
              <a:rPr lang="en-US" dirty="0"/>
              <a:t> → </a:t>
            </a:r>
            <a:r>
              <a:rPr lang="en-US" dirty="0" err="1"/>
              <a:t>Персия</a:t>
            </a:r>
            <a:r>
              <a:rPr lang="en-US" dirty="0"/>
              <a:t> → </a:t>
            </a:r>
            <a:r>
              <a:rPr lang="en-US" dirty="0" err="1"/>
              <a:t>Индийский</a:t>
            </a:r>
            <a:r>
              <a:rPr lang="en-US" dirty="0"/>
              <a:t> </a:t>
            </a:r>
            <a:r>
              <a:rPr lang="en-US" dirty="0" err="1"/>
              <a:t>океан</a:t>
            </a:r>
            <a:r>
              <a:rPr lang="en-US" dirty="0"/>
              <a:t> → </a:t>
            </a:r>
            <a:r>
              <a:rPr lang="en-US" b="1" dirty="0" err="1"/>
              <a:t>Индия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C07C9DF3-3949-F624-FC7A-85E5B2E25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17" y="0"/>
            <a:ext cx="5160645" cy="685800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8E12FF-198B-8BB7-1E0C-028E8A1AC927}"/>
              </a:ext>
            </a:extLst>
          </p:cNvPr>
          <p:cNvSpPr txBox="1"/>
          <p:nvPr/>
        </p:nvSpPr>
        <p:spPr>
          <a:xfrm>
            <a:off x="613833" y="4011083"/>
            <a:ext cx="4286249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Жил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при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дворе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султана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в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городе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Бидар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.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Видел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боевых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слонов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, 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чужие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религии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,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невиданные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рынки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Neue Haas Grotesk Text Pro"/>
                <a:ea typeface="Neue Haas Grotesk Text Pro"/>
                <a:cs typeface="Neue Haas Grotesk Text Pro"/>
              </a:rPr>
              <a:t>.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>
            <a:normAutofit/>
          </a:bodyPr>
          <a:lstStyle/>
          <a:p>
            <a:r>
              <a:rPr lang="en-US" b="0" err="1"/>
              <a:t>Человек</a:t>
            </a:r>
            <a:r>
              <a:rPr lang="en-US" b="0"/>
              <a:t>, а </a:t>
            </a:r>
            <a:r>
              <a:rPr lang="en-US" b="0" err="1"/>
              <a:t>не</a:t>
            </a:r>
            <a:r>
              <a:rPr lang="en-US" b="0"/>
              <a:t> </a:t>
            </a:r>
            <a:r>
              <a:rPr lang="en-US" b="0" err="1"/>
              <a:t>герой</a:t>
            </a:r>
            <a:endParaRPr lang="en-US" dirty="0" err="1"/>
          </a:p>
        </p:txBody>
      </p:sp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C00EA854-DBBA-94B1-EA81-88061BF6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395" y="2100389"/>
            <a:ext cx="9812866" cy="4760933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31645" y="1479550"/>
            <a:ext cx="6410960" cy="4707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  «А </a:t>
            </a:r>
            <a:r>
              <a:rPr lang="en-US" dirty="0" err="1"/>
              <a:t>Русская</a:t>
            </a:r>
            <a:r>
              <a:rPr lang="en-US" dirty="0"/>
              <a:t> </a:t>
            </a:r>
            <a:r>
              <a:rPr lang="en-US" dirty="0" err="1"/>
              <a:t>земля</a:t>
            </a:r>
            <a:r>
              <a:rPr lang="en-US" dirty="0"/>
              <a:t> —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Богом</a:t>
            </a:r>
            <a:r>
              <a:rPr lang="en-US" dirty="0"/>
              <a:t> </a:t>
            </a:r>
            <a:r>
              <a:rPr lang="en-US" dirty="0" err="1"/>
              <a:t>хранима</a:t>
            </a:r>
            <a:r>
              <a:rPr lang="en-US" dirty="0"/>
              <a:t>»</a:t>
            </a:r>
            <a:endParaRPr lang="ru-RU" dirty="0"/>
          </a:p>
          <a:p>
            <a:pPr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656050"/>
            <a:ext cx="5679019" cy="1453896"/>
          </a:xfrm>
        </p:spPr>
        <p:txBody>
          <a:bodyPr>
            <a:noAutofit/>
          </a:bodyPr>
          <a:lstStyle/>
          <a:p>
            <a:r>
              <a:rPr lang="en-US" sz="3600" dirty="0" err="1">
                <a:ea typeface="+mj-lt"/>
                <a:cs typeface="+mj-lt"/>
              </a:rPr>
              <a:t>Почему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это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важно</a:t>
            </a:r>
            <a:endParaRPr lang="ru-RU" dirty="0" err="1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9084" y="1851025"/>
            <a:ext cx="4857221" cy="37697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ea typeface="+mn-lt"/>
                <a:cs typeface="+mn-lt"/>
              </a:rPr>
              <a:t>Васко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Гама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приплыл</a:t>
            </a:r>
            <a:r>
              <a:rPr lang="en-US" sz="2400" dirty="0">
                <a:ea typeface="+mn-lt"/>
                <a:cs typeface="+mn-lt"/>
              </a:rPr>
              <a:t> в </a:t>
            </a:r>
            <a:r>
              <a:rPr lang="en-US" sz="2400" dirty="0" err="1">
                <a:ea typeface="+mn-lt"/>
                <a:cs typeface="+mn-lt"/>
              </a:rPr>
              <a:t>Индию</a:t>
            </a:r>
            <a:r>
              <a:rPr lang="en-US" sz="2400" dirty="0">
                <a:ea typeface="+mn-lt"/>
                <a:cs typeface="+mn-lt"/>
              </a:rPr>
              <a:t> в </a:t>
            </a:r>
            <a:r>
              <a:rPr lang="en-US" sz="2400" b="1" dirty="0">
                <a:ea typeface="+mn-lt"/>
                <a:cs typeface="+mn-lt"/>
              </a:rPr>
              <a:t>1498 </a:t>
            </a:r>
            <a:r>
              <a:rPr lang="en-US" sz="2400" b="1" dirty="0" err="1">
                <a:ea typeface="+mn-lt"/>
                <a:cs typeface="+mn-lt"/>
              </a:rPr>
              <a:t>году</a:t>
            </a:r>
            <a:r>
              <a:rPr lang="en-US" sz="2400" dirty="0">
                <a:ea typeface="+mn-lt"/>
                <a:cs typeface="+mn-lt"/>
              </a:rPr>
              <a:t>. </a:t>
            </a:r>
            <a:r>
              <a:rPr lang="en-US" sz="2400" dirty="0" err="1">
                <a:ea typeface="+mn-lt"/>
                <a:cs typeface="+mn-lt"/>
              </a:rPr>
              <a:t>Никитин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был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там</a:t>
            </a:r>
            <a:r>
              <a:rPr lang="en-US" sz="2400" dirty="0">
                <a:ea typeface="+mn-lt"/>
                <a:cs typeface="+mn-lt"/>
              </a:rPr>
              <a:t> в </a:t>
            </a:r>
            <a:r>
              <a:rPr lang="en-US" sz="2400" b="1" dirty="0">
                <a:ea typeface="+mn-lt"/>
                <a:cs typeface="+mn-lt"/>
              </a:rPr>
              <a:t>1471-м</a:t>
            </a:r>
            <a:r>
              <a:rPr lang="en-US" sz="2400" dirty="0">
                <a:ea typeface="+mn-lt"/>
                <a:cs typeface="+mn-lt"/>
              </a:rPr>
              <a:t> — </a:t>
            </a:r>
            <a:r>
              <a:rPr lang="en-US" sz="2400" dirty="0" err="1">
                <a:ea typeface="+mn-lt"/>
                <a:cs typeface="+mn-lt"/>
              </a:rPr>
              <a:t>на</a:t>
            </a:r>
            <a:r>
              <a:rPr lang="en-US" sz="2400" dirty="0">
                <a:ea typeface="+mn-lt"/>
                <a:cs typeface="+mn-lt"/>
              </a:rPr>
              <a:t> 25 </a:t>
            </a:r>
            <a:r>
              <a:rPr lang="en-US" sz="2400" dirty="0" err="1">
                <a:ea typeface="+mn-lt"/>
                <a:cs typeface="+mn-lt"/>
              </a:rPr>
              <a:t>лет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раньше</a:t>
            </a:r>
            <a:r>
              <a:rPr lang="en-US" sz="2400" dirty="0">
                <a:ea typeface="+mn-lt"/>
                <a:cs typeface="+mn-lt"/>
              </a:rPr>
              <a:t>. </a:t>
            </a:r>
            <a:endParaRPr lang="ru-RU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 err="1">
                <a:ea typeface="+mn-lt"/>
                <a:cs typeface="+mn-lt"/>
              </a:rPr>
              <a:t>Но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умер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на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обратном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пути</a:t>
            </a:r>
            <a:r>
              <a:rPr lang="en-US" sz="2400" dirty="0">
                <a:ea typeface="+mn-lt"/>
                <a:cs typeface="+mn-lt"/>
              </a:rPr>
              <a:t>. </a:t>
            </a:r>
            <a:r>
              <a:rPr lang="en-US" sz="2400" dirty="0" err="1">
                <a:ea typeface="+mn-lt"/>
                <a:cs typeface="+mn-lt"/>
              </a:rPr>
              <a:t>Записки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привезли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другие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купцы</a:t>
            </a:r>
            <a:r>
              <a:rPr lang="en-US" sz="2400" dirty="0">
                <a:ea typeface="+mn-lt"/>
                <a:cs typeface="+mn-lt"/>
              </a:rPr>
              <a:t>. </a:t>
            </a:r>
            <a:endParaRPr lang="en-US" sz="2400" dirty="0"/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2C44999F-22C6-163A-26BD-1828C6AD1B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96" r="16638" b="-175"/>
          <a:stretch>
            <a:fillRect/>
          </a:stretch>
        </p:blipFill>
        <p:spPr>
          <a:xfrm>
            <a:off x="4233" y="1856317"/>
            <a:ext cx="2943583" cy="5003806"/>
          </a:xfrm>
          <a:prstGeom prst="rect">
            <a:avLst/>
          </a:prstGeom>
        </p:spPr>
      </p:pic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FFF1C6CA-FEBC-C886-4FD6-290695F8C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58" r="28487"/>
          <a:stretch>
            <a:fillRect/>
          </a:stretch>
        </p:blipFill>
        <p:spPr>
          <a:xfrm>
            <a:off x="2956310" y="1852084"/>
            <a:ext cx="3469193" cy="50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D563-31BB-C766-56EB-8F6746F5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1646-0E04-7713-81E9-44940B5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0" y="833205"/>
            <a:ext cx="4663440" cy="1554480"/>
          </a:xfrm>
        </p:spPr>
        <p:txBody>
          <a:bodyPr anchor="b">
            <a:normAutofit/>
          </a:bodyPr>
          <a:lstStyle/>
          <a:p>
            <a:r>
              <a:rPr lang="en-US"/>
              <a:t>Итог</a:t>
            </a:r>
          </a:p>
        </p:txBody>
      </p:sp>
      <p:pic>
        <p:nvPicPr>
          <p:cNvPr id="6" name="Picture 5" descr="Picture background">
            <a:extLst>
              <a:ext uri="{FF2B5EF4-FFF2-40B4-BE49-F238E27FC236}">
                <a16:creationId xmlns:a16="http://schemas.microsoft.com/office/drawing/2014/main" id="{F0E40822-C6A3-4925-8375-C337698B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33" r="12075" b="2"/>
          <a:stretch>
            <a:fillRect/>
          </a:stretch>
        </p:blipFill>
        <p:spPr>
          <a:xfrm>
            <a:off x="20" y="10"/>
            <a:ext cx="6099028" cy="685799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1604B-6628-8D00-F85F-A92A551F45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26250" y="2497413"/>
            <a:ext cx="4134274" cy="38138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«</a:t>
            </a:r>
            <a:r>
              <a:rPr lang="en-US" dirty="0" err="1"/>
              <a:t>Хождение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моря</a:t>
            </a:r>
            <a:r>
              <a:rPr lang="en-US" dirty="0"/>
              <a:t>» —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русский</a:t>
            </a:r>
            <a:r>
              <a:rPr lang="en-US" dirty="0"/>
              <a:t> </a:t>
            </a:r>
            <a:r>
              <a:rPr lang="en-US" dirty="0" err="1"/>
              <a:t>географический</a:t>
            </a:r>
            <a:r>
              <a:rPr lang="en-US" dirty="0"/>
              <a:t> </a:t>
            </a:r>
            <a:r>
              <a:rPr lang="en-US" dirty="0" err="1"/>
              <a:t>дневник</a:t>
            </a:r>
            <a:r>
              <a:rPr lang="en-US" dirty="0"/>
              <a:t>. </a:t>
            </a:r>
            <a:r>
              <a:rPr lang="en-US" dirty="0" err="1"/>
              <a:t>Памятник</a:t>
            </a:r>
            <a:r>
              <a:rPr lang="en-US" dirty="0"/>
              <a:t> </a:t>
            </a:r>
            <a:r>
              <a:rPr lang="en-US" dirty="0" err="1"/>
              <a:t>языку</a:t>
            </a:r>
            <a:r>
              <a:rPr lang="en-US" dirty="0"/>
              <a:t>, </a:t>
            </a:r>
            <a:r>
              <a:rPr lang="en-US" dirty="0" err="1"/>
              <a:t>культуре</a:t>
            </a:r>
            <a:r>
              <a:rPr lang="en-US" dirty="0"/>
              <a:t> и </a:t>
            </a:r>
            <a:r>
              <a:rPr lang="en-US" dirty="0" err="1"/>
              <a:t>духу</a:t>
            </a:r>
            <a:r>
              <a:rPr lang="en-US" dirty="0"/>
              <a:t> </a:t>
            </a:r>
            <a:r>
              <a:rPr lang="en-US" dirty="0" err="1"/>
              <a:t>эпохи</a:t>
            </a:r>
            <a:r>
              <a:rPr lang="en-US" dirty="0"/>
              <a:t>. </a:t>
            </a:r>
            <a:r>
              <a:rPr lang="en-US" dirty="0" err="1"/>
              <a:t>Человек</a:t>
            </a:r>
            <a:r>
              <a:rPr lang="en-US" dirty="0"/>
              <a:t>, </a:t>
            </a:r>
            <a:r>
              <a:rPr lang="en-US" dirty="0" err="1"/>
              <a:t>опередивший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044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Delivering with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67315" y="2760556"/>
            <a:ext cx="8266176" cy="5605272"/>
          </a:xfrm>
        </p:spPr>
        <p:txBody>
          <a:bodyPr/>
          <a:lstStyle/>
          <a:p>
            <a:pPr algn="ctr"/>
            <a:r>
              <a:rPr lang="en-US" dirty="0" err="1"/>
              <a:t>Спасибо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 </a:t>
            </a:r>
            <a:r>
              <a:rPr lang="en-US" dirty="0" err="1"/>
              <a:t>внимание</a:t>
            </a:r>
            <a:r>
              <a:rPr lang="en-US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10C717-93EF-4D86-BF6E-244725B73F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29CA71-ACFA-46CC-8E61-4A5AB670DDE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9F7478-D48A-4FC3-A70B-05B704278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521</Words>
  <Application>Microsoft Office PowerPoint</Application>
  <PresentationFormat>Widescreen</PresentationFormat>
  <Paragraphs>76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Helena</vt:lpstr>
      <vt:lpstr>«Хождение за три моря» Афанасий Никитин</vt:lpstr>
      <vt:lpstr>Кто он?</vt:lpstr>
      <vt:lpstr>Как всё началось</vt:lpstr>
      <vt:lpstr>Путь</vt:lpstr>
      <vt:lpstr>Человек, а не герой</vt:lpstr>
      <vt:lpstr>Почему это важно</vt:lpstr>
      <vt:lpstr>Итог</vt:lpstr>
      <vt:lpstr>Delivering with confidence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282</cp:revision>
  <dcterms:created xsi:type="dcterms:W3CDTF">2026-03-13T07:45:16Z</dcterms:created>
  <dcterms:modified xsi:type="dcterms:W3CDTF">2026-03-20T09:30:24Z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