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1509" r:id="rId7"/>
    <p:sldId id="1511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CC5F95-E5D1-EA23-0C8D-66A56E284657}" v="181" dt="2026-04-10T08:07:36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00" d="100"/>
          <a:sy n="100" d="100"/>
        </p:scale>
        <p:origin x="-1694" y="-6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ан Алешин" userId="811e2e97ab995316" providerId="Windows Live" clId="Web-{1DE415E9-2B93-7718-A808-C5C85A4E5E92}"/>
    <pc:docChg chg="addSld modSld sldOrd">
      <pc:chgData name="Иван Алешин" userId="811e2e97ab995316" providerId="Windows Live" clId="Web-{1DE415E9-2B93-7718-A808-C5C85A4E5E92}" dt="2026-03-20T09:54:32.627" v="193"/>
      <pc:docMkLst>
        <pc:docMk/>
      </pc:docMkLst>
      <pc:sldChg chg="addSp delSp modSp">
        <pc:chgData name="Иван Алешин" userId="811e2e97ab995316" providerId="Windows Live" clId="Web-{1DE415E9-2B93-7718-A808-C5C85A4E5E92}" dt="2026-03-20T09:54:14.580" v="190" actId="1076"/>
        <pc:sldMkLst>
          <pc:docMk/>
          <pc:sldMk cId="3069965530" sldId="256"/>
        </pc:sldMkLst>
        <pc:spChg chg="mod">
          <ac:chgData name="Иван Алешин" userId="811e2e97ab995316" providerId="Windows Live" clId="Web-{1DE415E9-2B93-7718-A808-C5C85A4E5E92}" dt="2026-03-20T09:31:40.771" v="1" actId="20577"/>
          <ac:spMkLst>
            <pc:docMk/>
            <pc:sldMk cId="3069965530" sldId="256"/>
            <ac:spMk id="4" creationId="{86D321A2-65AC-4C18-CA75-0FB5084CA306}"/>
          </ac:spMkLst>
        </pc:spChg>
      </pc:sldChg>
      <pc:sldChg chg="addSp delSp modSp mod modClrScheme chgLayout">
        <pc:chgData name="Иван Алешин" userId="811e2e97ab995316" providerId="Windows Live" clId="Web-{1DE415E9-2B93-7718-A808-C5C85A4E5E92}" dt="2026-03-20T09:54:32.627" v="193"/>
        <pc:sldMkLst>
          <pc:docMk/>
          <pc:sldMk cId="4216523365" sldId="257"/>
        </pc:sldMkLst>
        <pc:spChg chg="mod">
          <ac:chgData name="Иван Алешин" userId="811e2e97ab995316" providerId="Windows Live" clId="Web-{1DE415E9-2B93-7718-A808-C5C85A4E5E92}" dt="2026-03-20T09:54:15.517" v="191"/>
          <ac:spMkLst>
            <pc:docMk/>
            <pc:sldMk cId="4216523365" sldId="257"/>
            <ac:spMk id="2" creationId="{93B255C6-1E2E-E4BD-2E9F-B3321C22A292}"/>
          </ac:spMkLst>
        </pc:spChg>
        <pc:spChg chg="mod ord">
          <ac:chgData name="Иван Алешин" userId="811e2e97ab995316" providerId="Windows Live" clId="Web-{1DE415E9-2B93-7718-A808-C5C85A4E5E92}" dt="2026-03-20T09:54:15.517" v="191"/>
          <ac:spMkLst>
            <pc:docMk/>
            <pc:sldMk cId="4216523365" sldId="257"/>
            <ac:spMk id="3" creationId="{432C04E6-B771-F1FA-85F4-B7984DE55A8E}"/>
          </ac:spMkLst>
        </pc:spChg>
      </pc:sldChg>
      <pc:sldChg chg="addSp delSp modSp mod modClrScheme chgLayout">
        <pc:chgData name="Иван Алешин" userId="811e2e97ab995316" providerId="Windows Live" clId="Web-{1DE415E9-2B93-7718-A808-C5C85A4E5E92}" dt="2026-03-20T09:47:38.899" v="137"/>
        <pc:sldMkLst>
          <pc:docMk/>
          <pc:sldMk cId="1941379388" sldId="263"/>
        </pc:sldMkLst>
        <pc:spChg chg="mod">
          <ac:chgData name="Иван Алешин" userId="811e2e97ab995316" providerId="Windows Live" clId="Web-{1DE415E9-2B93-7718-A808-C5C85A4E5E92}" dt="2026-03-20T09:47:38.899" v="137"/>
          <ac:spMkLst>
            <pc:docMk/>
            <pc:sldMk cId="1941379388" sldId="263"/>
            <ac:spMk id="2" creationId="{90979F20-7FE0-9464-CC8C-AAB74EE175D5}"/>
          </ac:spMkLst>
        </pc:spChg>
        <pc:spChg chg="mod">
          <ac:chgData name="Иван Алешин" userId="811e2e97ab995316" providerId="Windows Live" clId="Web-{1DE415E9-2B93-7718-A808-C5C85A4E5E92}" dt="2026-03-20T09:47:38.899" v="137"/>
          <ac:spMkLst>
            <pc:docMk/>
            <pc:sldMk cId="1941379388" sldId="263"/>
            <ac:spMk id="4" creationId="{A8072345-EDED-4266-CFF8-650FF0BB1E47}"/>
          </ac:spMkLst>
        </pc:spChg>
      </pc:sldChg>
      <pc:sldChg chg="addSp delSp modSp mod modClrScheme chgLayout">
        <pc:chgData name="Иван Алешин" userId="811e2e97ab995316" providerId="Windows Live" clId="Web-{1DE415E9-2B93-7718-A808-C5C85A4E5E92}" dt="2026-03-20T09:49:35.950" v="152"/>
        <pc:sldMkLst>
          <pc:docMk/>
          <pc:sldMk cId="3599844030" sldId="265"/>
        </pc:sldMkLst>
        <pc:spChg chg="mod">
          <ac:chgData name="Иван Алешин" userId="811e2e97ab995316" providerId="Windows Live" clId="Web-{1DE415E9-2B93-7718-A808-C5C85A4E5E92}" dt="2026-03-20T09:49:35.950" v="152"/>
          <ac:spMkLst>
            <pc:docMk/>
            <pc:sldMk cId="3599844030" sldId="265"/>
            <ac:spMk id="2" creationId="{99120F23-1809-2CC4-1A94-F826616D2DF4}"/>
          </ac:spMkLst>
        </pc:spChg>
        <pc:spChg chg="mod ord">
          <ac:chgData name="Иван Алешин" userId="811e2e97ab995316" providerId="Windows Live" clId="Web-{1DE415E9-2B93-7718-A808-C5C85A4E5E92}" dt="2026-03-20T09:49:35.950" v="152"/>
          <ac:spMkLst>
            <pc:docMk/>
            <pc:sldMk cId="3599844030" sldId="265"/>
            <ac:spMk id="4" creationId="{CBAD71A6-1036-A099-9BDF-27C11F75648B}"/>
          </ac:spMkLst>
        </pc:spChg>
        <pc:picChg chg="add mod">
          <ac:chgData name="Иван Алешин" userId="811e2e97ab995316" providerId="Windows Live" clId="Web-{1DE415E9-2B93-7718-A808-C5C85A4E5E92}" dt="2026-03-20T09:49:35.950" v="152"/>
          <ac:picMkLst>
            <pc:docMk/>
            <pc:sldMk cId="3599844030" sldId="265"/>
            <ac:picMk id="6" creationId="{7B12A0F3-9470-F92D-3DB8-BFFDA199B563}"/>
          </ac:picMkLst>
        </pc:picChg>
      </pc:sldChg>
      <pc:sldChg chg="addSp delSp modSp">
        <pc:chgData name="Иван Алешин" userId="811e2e97ab995316" providerId="Windows Live" clId="Web-{1DE415E9-2B93-7718-A808-C5C85A4E5E92}" dt="2026-03-20T09:42:50.102" v="90" actId="20577"/>
        <pc:sldMkLst>
          <pc:docMk/>
          <pc:sldMk cId="3313450045" sldId="1509"/>
        </pc:sldMkLst>
        <pc:spChg chg="mod">
          <ac:chgData name="Иван Алешин" userId="811e2e97ab995316" providerId="Windows Live" clId="Web-{1DE415E9-2B93-7718-A808-C5C85A4E5E92}" dt="2026-03-20T09:41:17.234" v="80" actId="1076"/>
          <ac:spMkLst>
            <pc:docMk/>
            <pc:sldMk cId="3313450045" sldId="1509"/>
            <ac:spMk id="2" creationId="{8AA144A5-0283-F980-85F3-EE51746FC4CD}"/>
          </ac:spMkLst>
        </pc:spChg>
        <pc:spChg chg="mod">
          <ac:chgData name="Иван Алешин" userId="811e2e97ab995316" providerId="Windows Live" clId="Web-{1DE415E9-2B93-7718-A808-C5C85A4E5E92}" dt="2026-03-20T09:42:50.102" v="90" actId="20577"/>
          <ac:spMkLst>
            <pc:docMk/>
            <pc:sldMk cId="3313450045" sldId="1509"/>
            <ac:spMk id="3" creationId="{1A385359-5FD3-D5C8-1467-F7082543AA4C}"/>
          </ac:spMkLst>
        </pc:spChg>
      </pc:sldChg>
      <pc:sldChg chg="addSp delSp modSp mod modClrScheme chgLayout">
        <pc:chgData name="Иван Алешин" userId="811e2e97ab995316" providerId="Windows Live" clId="Web-{1DE415E9-2B93-7718-A808-C5C85A4E5E92}" dt="2026-03-20T09:45:12.690" v="115" actId="20577"/>
        <pc:sldMkLst>
          <pc:docMk/>
          <pc:sldMk cId="187927555" sldId="1511"/>
        </pc:sldMkLst>
        <pc:spChg chg="mod">
          <ac:chgData name="Иван Алешин" userId="811e2e97ab995316" providerId="Windows Live" clId="Web-{1DE415E9-2B93-7718-A808-C5C85A4E5E92}" dt="2026-03-20T09:44:49.017" v="111"/>
          <ac:spMkLst>
            <pc:docMk/>
            <pc:sldMk cId="187927555" sldId="1511"/>
            <ac:spMk id="2" creationId="{9BB750E1-014E-2F32-5FE0-025C27322ADF}"/>
          </ac:spMkLst>
        </pc:spChg>
        <pc:spChg chg="mod ord">
          <ac:chgData name="Иван Алешин" userId="811e2e97ab995316" providerId="Windows Live" clId="Web-{1DE415E9-2B93-7718-A808-C5C85A4E5E92}" dt="2026-03-20T09:45:12.690" v="115" actId="20577"/>
          <ac:spMkLst>
            <pc:docMk/>
            <pc:sldMk cId="187927555" sldId="1511"/>
            <ac:spMk id="6" creationId="{D28E12FF-198B-8BB7-1E0C-028E8A1AC927}"/>
          </ac:spMkLst>
        </pc:spChg>
      </pc:sldChg>
      <pc:sldChg chg="addSp delSp modSp">
        <pc:chgData name="Иван Алешин" userId="811e2e97ab995316" providerId="Windows Live" clId="Web-{1DE415E9-2B93-7718-A808-C5C85A4E5E92}" dt="2026-03-20T09:53:24.376" v="185"/>
        <pc:sldMkLst>
          <pc:docMk/>
          <pc:sldMk cId="2550444143" sldId="1512"/>
        </pc:sldMkLst>
        <pc:spChg chg="mod">
          <ac:chgData name="Иван Алешин" userId="811e2e97ab995316" providerId="Windows Live" clId="Web-{1DE415E9-2B93-7718-A808-C5C85A4E5E92}" dt="2026-03-20T09:53:24.376" v="185"/>
          <ac:spMkLst>
            <pc:docMk/>
            <pc:sldMk cId="2550444143" sldId="1512"/>
            <ac:spMk id="2" creationId="{93691646-0E04-7713-81E9-44940B5A051E}"/>
          </ac:spMkLst>
        </pc:spChg>
        <pc:spChg chg="mod ord">
          <ac:chgData name="Иван Алешин" userId="811e2e97ab995316" providerId="Windows Live" clId="Web-{1DE415E9-2B93-7718-A808-C5C85A4E5E92}" dt="2026-03-20T09:53:24.376" v="185"/>
          <ac:spMkLst>
            <pc:docMk/>
            <pc:sldMk cId="2550444143" sldId="1512"/>
            <ac:spMk id="4" creationId="{70B1604B-6628-8D00-F85F-A92A551F45B7}"/>
          </ac:spMkLst>
        </pc:spChg>
        <pc:picChg chg="add mod">
          <ac:chgData name="Иван Алешин" userId="811e2e97ab995316" providerId="Windows Live" clId="Web-{1DE415E9-2B93-7718-A808-C5C85A4E5E92}" dt="2026-03-20T09:53:24.376" v="185"/>
          <ac:picMkLst>
            <pc:docMk/>
            <pc:sldMk cId="2550444143" sldId="1512"/>
            <ac:picMk id="3" creationId="{A11FD43C-F262-77C7-B80C-35B2EA875B62}"/>
          </ac:picMkLst>
        </pc:picChg>
      </pc:sldChg>
      <pc:sldChg chg="addSp delSp modSp add mod ord replId modClrScheme chgLayout">
        <pc:chgData name="Иван Алешин" userId="811e2e97ab995316" providerId="Windows Live" clId="Web-{1DE415E9-2B93-7718-A808-C5C85A4E5E92}" dt="2026-03-20T09:51:56.234" v="179"/>
        <pc:sldMkLst>
          <pc:docMk/>
          <pc:sldMk cId="1037182923" sldId="1513"/>
        </pc:sldMkLst>
        <pc:spChg chg="mod">
          <ac:chgData name="Иван Алешин" userId="811e2e97ab995316" providerId="Windows Live" clId="Web-{1DE415E9-2B93-7718-A808-C5C85A4E5E92}" dt="2026-03-20T09:51:56.234" v="179"/>
          <ac:spMkLst>
            <pc:docMk/>
            <pc:sldMk cId="1037182923" sldId="1513"/>
            <ac:spMk id="2" creationId="{8CE77988-4F39-40FC-37C6-96110FEDEDC5}"/>
          </ac:spMkLst>
        </pc:spChg>
        <pc:spChg chg="mod">
          <ac:chgData name="Иван Алешин" userId="811e2e97ab995316" providerId="Windows Live" clId="Web-{1DE415E9-2B93-7718-A808-C5C85A4E5E92}" dt="2026-03-20T09:51:56.234" v="179"/>
          <ac:spMkLst>
            <pc:docMk/>
            <pc:sldMk cId="1037182923" sldId="1513"/>
            <ac:spMk id="4" creationId="{9339F3B2-A24B-9E1C-F0AD-157F3233350F}"/>
          </ac:spMkLst>
        </pc:spChg>
        <pc:picChg chg="add mod">
          <ac:chgData name="Иван Алешин" userId="811e2e97ab995316" providerId="Windows Live" clId="Web-{1DE415E9-2B93-7718-A808-C5C85A4E5E92}" dt="2026-03-20T09:51:56.234" v="179"/>
          <ac:picMkLst>
            <pc:docMk/>
            <pc:sldMk cId="1037182923" sldId="1513"/>
            <ac:picMk id="5" creationId="{825D800E-7B8B-CF80-18AC-1BCB6662A0FD}"/>
          </ac:picMkLst>
        </pc:picChg>
      </pc:sldChg>
    </pc:docChg>
  </pc:docChgLst>
  <pc:docChgLst>
    <pc:chgData name="Иван Алешин" userId="811e2e97ab995316" providerId="Windows Live" clId="Web-{D3CC5F95-E5D1-EA23-0C8D-66A56E284657}"/>
    <pc:docChg chg="delSld modSld">
      <pc:chgData name="Иван Алешин" userId="811e2e97ab995316" providerId="Windows Live" clId="Web-{D3CC5F95-E5D1-EA23-0C8D-66A56E284657}" dt="2026-04-10T08:07:36.429" v="186"/>
      <pc:docMkLst>
        <pc:docMk/>
      </pc:docMkLst>
      <pc:sldChg chg="addSp delSp modSp">
        <pc:chgData name="Иван Алешин" userId="811e2e97ab995316" providerId="Windows Live" clId="Web-{D3CC5F95-E5D1-EA23-0C8D-66A56E284657}" dt="2026-04-10T07:56:34.992" v="71" actId="1076"/>
        <pc:sldMkLst>
          <pc:docMk/>
          <pc:sldMk cId="3069965530" sldId="256"/>
        </pc:sldMkLst>
        <pc:spChg chg="mod">
          <ac:chgData name="Иван Алешин" userId="811e2e97ab995316" providerId="Windows Live" clId="Web-{D3CC5F95-E5D1-EA23-0C8D-66A56E284657}" dt="2026-04-10T07:56:34.992" v="71" actId="1076"/>
          <ac:spMkLst>
            <pc:docMk/>
            <pc:sldMk cId="3069965530" sldId="256"/>
            <ac:spMk id="4" creationId="{86D321A2-65AC-4C18-CA75-0FB5084CA306}"/>
          </ac:spMkLst>
        </pc:spChg>
        <pc:spChg chg="mod">
          <ac:chgData name="Иван Алешин" userId="811e2e97ab995316" providerId="Windows Live" clId="Web-{D3CC5F95-E5D1-EA23-0C8D-66A56E284657}" dt="2026-04-10T07:54:01.561" v="40"/>
          <ac:spMkLst>
            <pc:docMk/>
            <pc:sldMk cId="3069965530" sldId="256"/>
            <ac:spMk id="5" creationId="{02FA3257-663D-61CE-A5D5-22B53DB71488}"/>
          </ac:spMkLst>
        </pc:spChg>
        <pc:spChg chg="add mod">
          <ac:chgData name="Иван Алешин" userId="811e2e97ab995316" providerId="Windows Live" clId="Web-{D3CC5F95-E5D1-EA23-0C8D-66A56E284657}" dt="2026-04-10T07:55:57.267" v="67" actId="20577"/>
          <ac:spMkLst>
            <pc:docMk/>
            <pc:sldMk cId="3069965530" sldId="256"/>
            <ac:spMk id="6" creationId="{5B9B1092-C482-9676-D76E-C358CF10D79B}"/>
          </ac:spMkLst>
        </pc:spChg>
        <pc:spChg chg="del">
          <ac:chgData name="Иван Алешин" userId="811e2e97ab995316" providerId="Windows Live" clId="Web-{D3CC5F95-E5D1-EA23-0C8D-66A56E284657}" dt="2026-04-10T07:49:20.646" v="11"/>
          <ac:spMkLst>
            <pc:docMk/>
            <pc:sldMk cId="3069965530" sldId="256"/>
            <ac:spMk id="9" creationId="{593CF5B9-60DF-D5F1-5B8F-48291318B352}"/>
          </ac:spMkLst>
        </pc:spChg>
        <pc:picChg chg="del">
          <ac:chgData name="Иван Алешин" userId="811e2e97ab995316" providerId="Windows Live" clId="Web-{D3CC5F95-E5D1-EA23-0C8D-66A56E284657}" dt="2026-04-10T07:49:17.661" v="10"/>
          <ac:picMkLst>
            <pc:docMk/>
            <pc:sldMk cId="3069965530" sldId="256"/>
            <ac:picMk id="2" creationId="{2746C4EA-C8E4-A481-B0CB-F5E86664EC23}"/>
          </ac:picMkLst>
        </pc:picChg>
        <pc:picChg chg="add mod">
          <ac:chgData name="Иван Алешин" userId="811e2e97ab995316" providerId="Windows Live" clId="Web-{D3CC5F95-E5D1-EA23-0C8D-66A56E284657}" dt="2026-04-10T07:54:39.734" v="46" actId="1076"/>
          <ac:picMkLst>
            <pc:docMk/>
            <pc:sldMk cId="3069965530" sldId="256"/>
            <ac:picMk id="3" creationId="{9E66D446-250C-13BC-ABE4-C77CC8FF36D1}"/>
          </ac:picMkLst>
        </pc:picChg>
      </pc:sldChg>
      <pc:sldChg chg="addSp delSp modSp mod modClrScheme chgLayout">
        <pc:chgData name="Иван Алешин" userId="811e2e97ab995316" providerId="Windows Live" clId="Web-{D3CC5F95-E5D1-EA23-0C8D-66A56E284657}" dt="2026-04-10T07:53:13.466" v="37" actId="14100"/>
        <pc:sldMkLst>
          <pc:docMk/>
          <pc:sldMk cId="4216523365" sldId="257"/>
        </pc:sldMkLst>
        <pc:spChg chg="mod">
          <ac:chgData name="Иван Алешин" userId="811e2e97ab995316" providerId="Windows Live" clId="Web-{D3CC5F95-E5D1-EA23-0C8D-66A56E284657}" dt="2026-04-10T07:53:08.357" v="36"/>
          <ac:spMkLst>
            <pc:docMk/>
            <pc:sldMk cId="4216523365" sldId="257"/>
            <ac:spMk id="2" creationId="{93B255C6-1E2E-E4BD-2E9F-B3321C22A292}"/>
          </ac:spMkLst>
        </pc:spChg>
        <pc:spChg chg="mod ord">
          <ac:chgData name="Иван Алешин" userId="811e2e97ab995316" providerId="Windows Live" clId="Web-{D3CC5F95-E5D1-EA23-0C8D-66A56E284657}" dt="2026-04-10T07:53:13.466" v="37" actId="14100"/>
          <ac:spMkLst>
            <pc:docMk/>
            <pc:sldMk cId="4216523365" sldId="257"/>
            <ac:spMk id="3" creationId="{432C04E6-B771-F1FA-85F4-B7984DE55A8E}"/>
          </ac:spMkLst>
        </pc:spChg>
        <pc:picChg chg="add mod">
          <ac:chgData name="Иван Алешин" userId="811e2e97ab995316" providerId="Windows Live" clId="Web-{D3CC5F95-E5D1-EA23-0C8D-66A56E284657}" dt="2026-04-10T07:53:08.357" v="36"/>
          <ac:picMkLst>
            <pc:docMk/>
            <pc:sldMk cId="4216523365" sldId="257"/>
            <ac:picMk id="4" creationId="{4DAAA010-64BD-58DA-2042-7A184B23E3F9}"/>
          </ac:picMkLst>
        </pc:picChg>
        <pc:picChg chg="del">
          <ac:chgData name="Иван Алешин" userId="811e2e97ab995316" providerId="Windows Live" clId="Web-{D3CC5F95-E5D1-EA23-0C8D-66A56E284657}" dt="2026-04-10T07:50:59.790" v="29"/>
          <ac:picMkLst>
            <pc:docMk/>
            <pc:sldMk cId="4216523365" sldId="257"/>
            <ac:picMk id="5" creationId="{08DA28CE-718A-6FA8-FC0B-C15DAFD5CADC}"/>
          </ac:picMkLst>
        </pc:picChg>
      </pc:sldChg>
      <pc:sldChg chg="addSp delSp modSp mod modClrScheme chgLayout">
        <pc:chgData name="Иван Алешин" userId="811e2e97ab995316" providerId="Windows Live" clId="Web-{D3CC5F95-E5D1-EA23-0C8D-66A56E284657}" dt="2026-04-10T08:04:22.796" v="140"/>
        <pc:sldMkLst>
          <pc:docMk/>
          <pc:sldMk cId="1941379388" sldId="263"/>
        </pc:sldMkLst>
        <pc:spChg chg="mod">
          <ac:chgData name="Иван Алешин" userId="811e2e97ab995316" providerId="Windows Live" clId="Web-{D3CC5F95-E5D1-EA23-0C8D-66A56E284657}" dt="2026-04-10T08:04:22.796" v="140"/>
          <ac:spMkLst>
            <pc:docMk/>
            <pc:sldMk cId="1941379388" sldId="263"/>
            <ac:spMk id="2" creationId="{90979F20-7FE0-9464-CC8C-AAB74EE175D5}"/>
          </ac:spMkLst>
        </pc:spChg>
        <pc:spChg chg="mod">
          <ac:chgData name="Иван Алешин" userId="811e2e97ab995316" providerId="Windows Live" clId="Web-{D3CC5F95-E5D1-EA23-0C8D-66A56E284657}" dt="2026-04-10T08:04:22.796" v="140"/>
          <ac:spMkLst>
            <pc:docMk/>
            <pc:sldMk cId="1941379388" sldId="263"/>
            <ac:spMk id="4" creationId="{A8072345-EDED-4266-CFF8-650FF0BB1E47}"/>
          </ac:spMkLst>
        </pc:spChg>
        <pc:picChg chg="del">
          <ac:chgData name="Иван Алешин" userId="811e2e97ab995316" providerId="Windows Live" clId="Web-{D3CC5F95-E5D1-EA23-0C8D-66A56E284657}" dt="2026-04-10T08:03:45.809" v="138"/>
          <ac:picMkLst>
            <pc:docMk/>
            <pc:sldMk cId="1941379388" sldId="263"/>
            <ac:picMk id="3" creationId="{FB45871C-6A22-7F44-C53A-6564D0F3FF2B}"/>
          </ac:picMkLst>
        </pc:picChg>
        <pc:picChg chg="add mod">
          <ac:chgData name="Иван Алешин" userId="811e2e97ab995316" providerId="Windows Live" clId="Web-{D3CC5F95-E5D1-EA23-0C8D-66A56E284657}" dt="2026-04-10T08:04:22.796" v="140"/>
          <ac:picMkLst>
            <pc:docMk/>
            <pc:sldMk cId="1941379388" sldId="263"/>
            <ac:picMk id="5" creationId="{21610C75-E8C9-2D38-4009-0BB8B07A284E}"/>
          </ac:picMkLst>
        </pc:picChg>
      </pc:sldChg>
      <pc:sldChg chg="addSp delSp modSp mod modClrScheme chgLayout">
        <pc:chgData name="Иван Алешин" userId="811e2e97ab995316" providerId="Windows Live" clId="Web-{D3CC5F95-E5D1-EA23-0C8D-66A56E284657}" dt="2026-04-10T08:07:23.024" v="184" actId="20577"/>
        <pc:sldMkLst>
          <pc:docMk/>
          <pc:sldMk cId="3599844030" sldId="265"/>
        </pc:sldMkLst>
        <pc:spChg chg="mod">
          <ac:chgData name="Иван Алешин" userId="811e2e97ab995316" providerId="Windows Live" clId="Web-{D3CC5F95-E5D1-EA23-0C8D-66A56E284657}" dt="2026-04-10T08:07:23.024" v="184" actId="20577"/>
          <ac:spMkLst>
            <pc:docMk/>
            <pc:sldMk cId="3599844030" sldId="265"/>
            <ac:spMk id="2" creationId="{99120F23-1809-2CC4-1A94-F826616D2DF4}"/>
          </ac:spMkLst>
        </pc:spChg>
        <pc:spChg chg="mod ord">
          <ac:chgData name="Иван Алешин" userId="811e2e97ab995316" providerId="Windows Live" clId="Web-{D3CC5F95-E5D1-EA23-0C8D-66A56E284657}" dt="2026-04-10T08:06:08.988" v="172"/>
          <ac:spMkLst>
            <pc:docMk/>
            <pc:sldMk cId="3599844030" sldId="265"/>
            <ac:spMk id="4" creationId="{CBAD71A6-1036-A099-9BDF-27C11F75648B}"/>
          </ac:spMkLst>
        </pc:spChg>
        <pc:picChg chg="add mod">
          <ac:chgData name="Иван Алешин" userId="811e2e97ab995316" providerId="Windows Live" clId="Web-{D3CC5F95-E5D1-EA23-0C8D-66A56E284657}" dt="2026-04-10T08:06:08.988" v="172"/>
          <ac:picMkLst>
            <pc:docMk/>
            <pc:sldMk cId="3599844030" sldId="265"/>
            <ac:picMk id="3" creationId="{D53C2636-A5FF-58CE-C5D4-A2E3A0686067}"/>
          </ac:picMkLst>
        </pc:picChg>
        <pc:picChg chg="del">
          <ac:chgData name="Иван Алешин" userId="811e2e97ab995316" providerId="Windows Live" clId="Web-{D3CC5F95-E5D1-EA23-0C8D-66A56E284657}" dt="2026-04-10T08:05:25.393" v="167"/>
          <ac:picMkLst>
            <pc:docMk/>
            <pc:sldMk cId="3599844030" sldId="265"/>
            <ac:picMk id="6" creationId="{7B12A0F3-9470-F92D-3DB8-BFFDA199B563}"/>
          </ac:picMkLst>
        </pc:picChg>
      </pc:sldChg>
      <pc:sldChg chg="addSp delSp modSp mod modClrScheme chgLayout">
        <pc:chgData name="Иван Алешин" userId="811e2e97ab995316" providerId="Windows Live" clId="Web-{D3CC5F95-E5D1-EA23-0C8D-66A56E284657}" dt="2026-04-10T07:59:14.723" v="92"/>
        <pc:sldMkLst>
          <pc:docMk/>
          <pc:sldMk cId="3313450045" sldId="1509"/>
        </pc:sldMkLst>
        <pc:spChg chg="mod">
          <ac:chgData name="Иван Алешин" userId="811e2e97ab995316" providerId="Windows Live" clId="Web-{D3CC5F95-E5D1-EA23-0C8D-66A56E284657}" dt="2026-04-10T07:59:14.723" v="92"/>
          <ac:spMkLst>
            <pc:docMk/>
            <pc:sldMk cId="3313450045" sldId="1509"/>
            <ac:spMk id="2" creationId="{8AA144A5-0283-F980-85F3-EE51746FC4CD}"/>
          </ac:spMkLst>
        </pc:spChg>
        <pc:spChg chg="mod">
          <ac:chgData name="Иван Алешин" userId="811e2e97ab995316" providerId="Windows Live" clId="Web-{D3CC5F95-E5D1-EA23-0C8D-66A56E284657}" dt="2026-04-10T07:59:14.723" v="92"/>
          <ac:spMkLst>
            <pc:docMk/>
            <pc:sldMk cId="3313450045" sldId="1509"/>
            <ac:spMk id="3" creationId="{1A385359-5FD3-D5C8-1467-F7082543AA4C}"/>
          </ac:spMkLst>
        </pc:spChg>
        <pc:picChg chg="del">
          <ac:chgData name="Иван Алешин" userId="811e2e97ab995316" providerId="Windows Live" clId="Web-{D3CC5F95-E5D1-EA23-0C8D-66A56E284657}" dt="2026-04-10T07:56:44.838" v="72"/>
          <ac:picMkLst>
            <pc:docMk/>
            <pc:sldMk cId="3313450045" sldId="1509"/>
            <ac:picMk id="4" creationId="{853DBA87-B4FD-75B5-923A-0121F0A73BC2}"/>
          </ac:picMkLst>
        </pc:picChg>
        <pc:picChg chg="add mod">
          <ac:chgData name="Иван Алешин" userId="811e2e97ab995316" providerId="Windows Live" clId="Web-{D3CC5F95-E5D1-EA23-0C8D-66A56E284657}" dt="2026-04-10T07:59:14.723" v="92"/>
          <ac:picMkLst>
            <pc:docMk/>
            <pc:sldMk cId="3313450045" sldId="1509"/>
            <ac:picMk id="5" creationId="{F1BBEB7F-3350-1060-840B-AA3019709D2F}"/>
          </ac:picMkLst>
        </pc:picChg>
      </pc:sldChg>
      <pc:sldChg chg="addSp delSp modSp mod modClrScheme chgLayout">
        <pc:chgData name="Иван Алешин" userId="811e2e97ab995316" providerId="Windows Live" clId="Web-{D3CC5F95-E5D1-EA23-0C8D-66A56E284657}" dt="2026-04-10T08:02:18.303" v="119" actId="1076"/>
        <pc:sldMkLst>
          <pc:docMk/>
          <pc:sldMk cId="187927555" sldId="1511"/>
        </pc:sldMkLst>
        <pc:spChg chg="mod">
          <ac:chgData name="Иван Алешин" userId="811e2e97ab995316" providerId="Windows Live" clId="Web-{D3CC5F95-E5D1-EA23-0C8D-66A56E284657}" dt="2026-04-10T08:02:18.288" v="118" actId="1076"/>
          <ac:spMkLst>
            <pc:docMk/>
            <pc:sldMk cId="187927555" sldId="1511"/>
            <ac:spMk id="2" creationId="{9BB750E1-014E-2F32-5FE0-025C27322ADF}"/>
          </ac:spMkLst>
        </pc:spChg>
        <pc:spChg chg="mod ord">
          <ac:chgData name="Иван Алешин" userId="811e2e97ab995316" providerId="Windows Live" clId="Web-{D3CC5F95-E5D1-EA23-0C8D-66A56E284657}" dt="2026-04-10T08:02:18.303" v="119" actId="1076"/>
          <ac:spMkLst>
            <pc:docMk/>
            <pc:sldMk cId="187927555" sldId="1511"/>
            <ac:spMk id="6" creationId="{D28E12FF-198B-8BB7-1E0C-028E8A1AC927}"/>
          </ac:spMkLst>
        </pc:spChg>
        <pc:picChg chg="add mod">
          <ac:chgData name="Иван Алешин" userId="811e2e97ab995316" providerId="Windows Live" clId="Web-{D3CC5F95-E5D1-EA23-0C8D-66A56E284657}" dt="2026-04-10T08:02:12.240" v="117"/>
          <ac:picMkLst>
            <pc:docMk/>
            <pc:sldMk cId="187927555" sldId="1511"/>
            <ac:picMk id="3" creationId="{A9C55773-4C11-2CCB-90F2-8DAEF21D9B9B}"/>
          </ac:picMkLst>
        </pc:picChg>
        <pc:picChg chg="del">
          <ac:chgData name="Иван Алешин" userId="811e2e97ab995316" providerId="Windows Live" clId="Web-{D3CC5F95-E5D1-EA23-0C8D-66A56E284657}" dt="2026-04-10T07:59:28.084" v="93"/>
          <ac:picMkLst>
            <pc:docMk/>
            <pc:sldMk cId="187927555" sldId="1511"/>
            <ac:picMk id="4" creationId="{C2CA7301-61C4-E18B-01AE-8657C77584CC}"/>
          </ac:picMkLst>
        </pc:picChg>
      </pc:sldChg>
      <pc:sldChg chg="del">
        <pc:chgData name="Иван Алешин" userId="811e2e97ab995316" providerId="Windows Live" clId="Web-{D3CC5F95-E5D1-EA23-0C8D-66A56E284657}" dt="2026-04-10T08:07:36.429" v="186"/>
        <pc:sldMkLst>
          <pc:docMk/>
          <pc:sldMk cId="2550444143" sldId="1512"/>
        </pc:sldMkLst>
      </pc:sldChg>
      <pc:sldChg chg="del">
        <pc:chgData name="Иван Алешин" userId="811e2e97ab995316" providerId="Windows Live" clId="Web-{D3CC5F95-E5D1-EA23-0C8D-66A56E284657}" dt="2026-04-10T08:07:35.117" v="185"/>
        <pc:sldMkLst>
          <pc:docMk/>
          <pc:sldMk cId="1037182923" sldId="1513"/>
        </pc:sldMkLst>
      </pc:sldChg>
    </pc:docChg>
  </pc:docChgLst>
  <pc:docChgLst>
    <pc:chgData name="Иван Алешин" userId="811e2e97ab995316" providerId="Windows Live" clId="Web-{F35897DF-6DBB-33A0-E574-40E6FB0A6FBF}"/>
    <pc:docChg chg="addSld modSld">
      <pc:chgData name="Иван Алешин" userId="811e2e97ab995316" providerId="Windows Live" clId="Web-{F35897DF-6DBB-33A0-E574-40E6FB0A6FBF}" dt="2026-03-20T08:53:24.425" v="219" actId="1076"/>
      <pc:docMkLst>
        <pc:docMk/>
      </pc:docMkLst>
      <pc:sldChg chg="addSp delSp modSp mod modClrScheme chgLayout">
        <pc:chgData name="Иван Алешин" userId="811e2e97ab995316" providerId="Windows Live" clId="Web-{F35897DF-6DBB-33A0-E574-40E6FB0A6FBF}" dt="2026-03-20T08:43:43.280" v="131" actId="1076"/>
        <pc:sldMkLst>
          <pc:docMk/>
          <pc:sldMk cId="1941379388" sldId="263"/>
        </pc:sldMkLst>
        <pc:spChg chg="mod">
          <ac:chgData name="Иван Алешин" userId="811e2e97ab995316" providerId="Windows Live" clId="Web-{F35897DF-6DBB-33A0-E574-40E6FB0A6FBF}" dt="2026-03-20T08:41:12.604" v="100"/>
          <ac:spMkLst>
            <pc:docMk/>
            <pc:sldMk cId="1941379388" sldId="263"/>
            <ac:spMk id="2" creationId="{90979F20-7FE0-9464-CC8C-AAB74EE175D5}"/>
          </ac:spMkLst>
        </pc:spChg>
        <pc:spChg chg="mod ord">
          <ac:chgData name="Иван Алешин" userId="811e2e97ab995316" providerId="Windows Live" clId="Web-{F35897DF-6DBB-33A0-E574-40E6FB0A6FBF}" dt="2026-03-20T08:43:43.280" v="131" actId="1076"/>
          <ac:spMkLst>
            <pc:docMk/>
            <pc:sldMk cId="1941379388" sldId="263"/>
            <ac:spMk id="4" creationId="{A8072345-EDED-4266-CFF8-650FF0BB1E47}"/>
          </ac:spMkLst>
        </pc:spChg>
      </pc:sldChg>
      <pc:sldChg chg="addSp delSp modSp">
        <pc:chgData name="Иван Алешин" userId="811e2e97ab995316" providerId="Windows Live" clId="Web-{F35897DF-6DBB-33A0-E574-40E6FB0A6FBF}" dt="2026-03-20T08:50:04.731" v="199" actId="1076"/>
        <pc:sldMkLst>
          <pc:docMk/>
          <pc:sldMk cId="3599844030" sldId="265"/>
        </pc:sldMkLst>
        <pc:spChg chg="mod">
          <ac:chgData name="Иван Алешин" userId="811e2e97ab995316" providerId="Windows Live" clId="Web-{F35897DF-6DBB-33A0-E574-40E6FB0A6FBF}" dt="2026-03-20T08:49:57.121" v="197" actId="14100"/>
          <ac:spMkLst>
            <pc:docMk/>
            <pc:sldMk cId="3599844030" sldId="265"/>
            <ac:spMk id="2" creationId="{99120F23-1809-2CC4-1A94-F826616D2DF4}"/>
          </ac:spMkLst>
        </pc:spChg>
        <pc:spChg chg="mod">
          <ac:chgData name="Иван Алешин" userId="811e2e97ab995316" providerId="Windows Live" clId="Web-{F35897DF-6DBB-33A0-E574-40E6FB0A6FBF}" dt="2026-03-20T08:45:26.776" v="157" actId="20577"/>
          <ac:spMkLst>
            <pc:docMk/>
            <pc:sldMk cId="3599844030" sldId="265"/>
            <ac:spMk id="4" creationId="{CBAD71A6-1036-A099-9BDF-27C11F75648B}"/>
          </ac:spMkLst>
        </pc:spChg>
      </pc:sldChg>
      <pc:sldChg chg="addSp delSp modSp mod modClrScheme chgLayout">
        <pc:chgData name="Иван Алешин" userId="811e2e97ab995316" providerId="Windows Live" clId="Web-{F35897DF-6DBB-33A0-E574-40E6FB0A6FBF}" dt="2026-03-20T08:38:43.302" v="67" actId="14100"/>
        <pc:sldMkLst>
          <pc:docMk/>
          <pc:sldMk cId="3313450045" sldId="1509"/>
        </pc:sldMkLst>
        <pc:spChg chg="mod">
          <ac:chgData name="Иван Алешин" userId="811e2e97ab995316" providerId="Windows Live" clId="Web-{F35897DF-6DBB-33A0-E574-40E6FB0A6FBF}" dt="2026-03-20T08:38:43.287" v="66" actId="14100"/>
          <ac:spMkLst>
            <pc:docMk/>
            <pc:sldMk cId="3313450045" sldId="1509"/>
            <ac:spMk id="2" creationId="{8AA144A5-0283-F980-85F3-EE51746FC4CD}"/>
          </ac:spMkLst>
        </pc:spChg>
        <pc:spChg chg="mod ord">
          <ac:chgData name="Иван Алешин" userId="811e2e97ab995316" providerId="Windows Live" clId="Web-{F35897DF-6DBB-33A0-E574-40E6FB0A6FBF}" dt="2026-03-20T08:38:43.302" v="67" actId="14100"/>
          <ac:spMkLst>
            <pc:docMk/>
            <pc:sldMk cId="3313450045" sldId="1509"/>
            <ac:spMk id="3" creationId="{1A385359-5FD3-D5C8-1467-F7082543AA4C}"/>
          </ac:spMkLst>
        </pc:spChg>
      </pc:sldChg>
      <pc:sldChg chg="addSp delSp modSp mod modClrScheme chgLayout">
        <pc:chgData name="Иван Алешин" userId="811e2e97ab995316" providerId="Windows Live" clId="Web-{F35897DF-6DBB-33A0-E574-40E6FB0A6FBF}" dt="2026-03-20T08:38:07.676" v="64" actId="1076"/>
        <pc:sldMkLst>
          <pc:docMk/>
          <pc:sldMk cId="187927555" sldId="1511"/>
        </pc:sldMkLst>
        <pc:spChg chg="mod">
          <ac:chgData name="Иван Алешин" userId="811e2e97ab995316" providerId="Windows Live" clId="Web-{F35897DF-6DBB-33A0-E574-40E6FB0A6FBF}" dt="2026-03-20T08:38:04.691" v="63" actId="1076"/>
          <ac:spMkLst>
            <pc:docMk/>
            <pc:sldMk cId="187927555" sldId="1511"/>
            <ac:spMk id="2" creationId="{9BB750E1-014E-2F32-5FE0-025C27322ADF}"/>
          </ac:spMkLst>
        </pc:spChg>
        <pc:spChg chg="add mod">
          <ac:chgData name="Иван Алешин" userId="811e2e97ab995316" providerId="Windows Live" clId="Web-{F35897DF-6DBB-33A0-E574-40E6FB0A6FBF}" dt="2026-03-20T08:38:00.285" v="62" actId="1076"/>
          <ac:spMkLst>
            <pc:docMk/>
            <pc:sldMk cId="187927555" sldId="1511"/>
            <ac:spMk id="6" creationId="{D28E12FF-198B-8BB7-1E0C-028E8A1AC927}"/>
          </ac:spMkLst>
        </pc:spChg>
      </pc:sldChg>
      <pc:sldChg chg="addSp delSp modSp add mod replId modClrScheme chgLayout">
        <pc:chgData name="Иван Алешин" userId="811e2e97ab995316" providerId="Windows Live" clId="Web-{F35897DF-6DBB-33A0-E574-40E6FB0A6FBF}" dt="2026-03-20T08:53:24.425" v="219" actId="1076"/>
        <pc:sldMkLst>
          <pc:docMk/>
          <pc:sldMk cId="2550444143" sldId="1512"/>
        </pc:sldMkLst>
        <pc:spChg chg="mod">
          <ac:chgData name="Иван Алешин" userId="811e2e97ab995316" providerId="Windows Live" clId="Web-{F35897DF-6DBB-33A0-E574-40E6FB0A6FBF}" dt="2026-03-20T08:53:24.409" v="218" actId="1076"/>
          <ac:spMkLst>
            <pc:docMk/>
            <pc:sldMk cId="2550444143" sldId="1512"/>
            <ac:spMk id="2" creationId="{93691646-0E04-7713-81E9-44940B5A051E}"/>
          </ac:spMkLst>
        </pc:spChg>
        <pc:spChg chg="mod ord">
          <ac:chgData name="Иван Алешин" userId="811e2e97ab995316" providerId="Windows Live" clId="Web-{F35897DF-6DBB-33A0-E574-40E6FB0A6FBF}" dt="2026-03-20T08:53:24.425" v="219" actId="1076"/>
          <ac:spMkLst>
            <pc:docMk/>
            <pc:sldMk cId="2550444143" sldId="1512"/>
            <ac:spMk id="4" creationId="{70B1604B-6628-8D00-F85F-A92A551F45B7}"/>
          </ac:spMkLst>
        </pc:spChg>
      </pc:sldChg>
    </pc:docChg>
  </pc:docChgLst>
  <pc:docChgLst>
    <pc:chgData name="Иван Алешин" userId="811e2e97ab995316" providerId="Windows Live" clId="Web-{580EE46A-2C95-43D2-B67E-01C42086F90A}"/>
    <pc:docChg chg="delSld modSld">
      <pc:chgData name="Иван Алешин" userId="811e2e97ab995316" providerId="Windows Live" clId="Web-{580EE46A-2C95-43D2-B67E-01C42086F90A}" dt="2026-03-13T08:41:44.301" v="300" actId="20577"/>
      <pc:docMkLst>
        <pc:docMk/>
      </pc:docMkLst>
      <pc:sldChg chg="addSp delSp modSp mod modClrScheme chgLayout">
        <pc:chgData name="Иван Алешин" userId="811e2e97ab995316" providerId="Windows Live" clId="Web-{580EE46A-2C95-43D2-B67E-01C42086F90A}" dt="2026-03-13T08:41:44.301" v="300" actId="20577"/>
        <pc:sldMkLst>
          <pc:docMk/>
          <pc:sldMk cId="3069965530" sldId="256"/>
        </pc:sldMkLst>
        <pc:spChg chg="mod">
          <ac:chgData name="Иван Алешин" userId="811e2e97ab995316" providerId="Windows Live" clId="Web-{580EE46A-2C95-43D2-B67E-01C42086F90A}" dt="2026-03-13T08:38:07.685" v="263" actId="1076"/>
          <ac:spMkLst>
            <pc:docMk/>
            <pc:sldMk cId="3069965530" sldId="256"/>
            <ac:spMk id="4" creationId="{86D321A2-65AC-4C18-CA75-0FB5084CA306}"/>
          </ac:spMkLst>
        </pc:spChg>
        <pc:spChg chg="mod">
          <ac:chgData name="Иван Алешин" userId="811e2e97ab995316" providerId="Windows Live" clId="Web-{580EE46A-2C95-43D2-B67E-01C42086F90A}" dt="2026-03-13T08:41:44.301" v="300" actId="20577"/>
          <ac:spMkLst>
            <pc:docMk/>
            <pc:sldMk cId="3069965530" sldId="256"/>
            <ac:spMk id="5" creationId="{02FA3257-663D-61CE-A5D5-22B53DB71488}"/>
          </ac:spMkLst>
        </pc:spChg>
      </pc:sldChg>
      <pc:sldChg chg="addSp delSp modSp">
        <pc:chgData name="Иван Алешин" userId="811e2e97ab995316" providerId="Windows Live" clId="Web-{580EE46A-2C95-43D2-B67E-01C42086F90A}" dt="2026-03-13T08:28:48.375" v="169" actId="1076"/>
        <pc:sldMkLst>
          <pc:docMk/>
          <pc:sldMk cId="4216523365" sldId="257"/>
        </pc:sldMkLst>
        <pc:spChg chg="mod">
          <ac:chgData name="Иван Алешин" userId="811e2e97ab995316" providerId="Windows Live" clId="Web-{580EE46A-2C95-43D2-B67E-01C42086F90A}" dt="2026-03-13T08:28:44.812" v="168" actId="1076"/>
          <ac:spMkLst>
            <pc:docMk/>
            <pc:sldMk cId="4216523365" sldId="257"/>
            <ac:spMk id="2" creationId="{93B255C6-1E2E-E4BD-2E9F-B3321C22A292}"/>
          </ac:spMkLst>
        </pc:spChg>
        <pc:spChg chg="mod">
          <ac:chgData name="Иван Алешин" userId="811e2e97ab995316" providerId="Windows Live" clId="Web-{580EE46A-2C95-43D2-B67E-01C42086F90A}" dt="2026-03-13T08:28:48.375" v="169" actId="1076"/>
          <ac:spMkLst>
            <pc:docMk/>
            <pc:sldMk cId="4216523365" sldId="257"/>
            <ac:spMk id="3" creationId="{432C04E6-B771-F1FA-85F4-B7984DE55A8E}"/>
          </ac:spMkLst>
        </pc:spChg>
      </pc:sldChg>
      <pc:sldChg chg="addSp delSp modSp mod modClrScheme chgLayout">
        <pc:chgData name="Иван Алешин" userId="811e2e97ab995316" providerId="Windows Live" clId="Web-{580EE46A-2C95-43D2-B67E-01C42086F90A}" dt="2026-03-13T08:38:19.811" v="265" actId="1076"/>
        <pc:sldMkLst>
          <pc:docMk/>
          <pc:sldMk cId="1941379388" sldId="263"/>
        </pc:sldMkLst>
        <pc:spChg chg="mod">
          <ac:chgData name="Иван Алешин" userId="811e2e97ab995316" providerId="Windows Live" clId="Web-{580EE46A-2C95-43D2-B67E-01C42086F90A}" dt="2026-03-13T08:34:32.363" v="237" actId="1076"/>
          <ac:spMkLst>
            <pc:docMk/>
            <pc:sldMk cId="1941379388" sldId="263"/>
            <ac:spMk id="2" creationId="{90979F20-7FE0-9464-CC8C-AAB74EE175D5}"/>
          </ac:spMkLst>
        </pc:spChg>
        <pc:spChg chg="mod ord">
          <ac:chgData name="Иван Алешин" userId="811e2e97ab995316" providerId="Windows Live" clId="Web-{580EE46A-2C95-43D2-B67E-01C42086F90A}" dt="2026-03-13T08:16:42.544" v="94"/>
          <ac:spMkLst>
            <pc:docMk/>
            <pc:sldMk cId="1941379388" sldId="263"/>
            <ac:spMk id="4" creationId="{A8072345-EDED-4266-CFF8-650FF0BB1E47}"/>
          </ac:spMkLst>
        </pc:spChg>
      </pc:sldChg>
      <pc:sldChg chg="addSp delSp modSp">
        <pc:chgData name="Иван Алешин" userId="811e2e97ab995316" providerId="Windows Live" clId="Web-{580EE46A-2C95-43D2-B67E-01C42086F90A}" dt="2026-03-13T08:39:46.157" v="286" actId="1076"/>
        <pc:sldMkLst>
          <pc:docMk/>
          <pc:sldMk cId="3599844030" sldId="265"/>
        </pc:sldMkLst>
        <pc:spChg chg="mod">
          <ac:chgData name="Иван Алешин" userId="811e2e97ab995316" providerId="Windows Live" clId="Web-{580EE46A-2C95-43D2-B67E-01C42086F90A}" dt="2026-03-13T08:37:08.574" v="259" actId="1076"/>
          <ac:spMkLst>
            <pc:docMk/>
            <pc:sldMk cId="3599844030" sldId="265"/>
            <ac:spMk id="2" creationId="{99120F23-1809-2CC4-1A94-F826616D2DF4}"/>
          </ac:spMkLst>
        </pc:spChg>
        <pc:spChg chg="mod">
          <ac:chgData name="Иван Алешин" userId="811e2e97ab995316" providerId="Windows Live" clId="Web-{580EE46A-2C95-43D2-B67E-01C42086F90A}" dt="2026-03-13T08:39:46.157" v="286" actId="1076"/>
          <ac:spMkLst>
            <pc:docMk/>
            <pc:sldMk cId="3599844030" sldId="265"/>
            <ac:spMk id="4" creationId="{CBAD71A6-1036-A099-9BDF-27C11F75648B}"/>
          </ac:spMkLst>
        </pc:spChg>
      </pc:sldChg>
      <pc:sldChg chg="modSp">
        <pc:chgData name="Иван Алешин" userId="811e2e97ab995316" providerId="Windows Live" clId="Web-{580EE46A-2C95-43D2-B67E-01C42086F90A}" dt="2026-03-13T08:39:27.407" v="282" actId="1076"/>
        <pc:sldMkLst>
          <pc:docMk/>
          <pc:sldMk cId="3947552595" sldId="266"/>
        </pc:sldMkLst>
        <pc:spChg chg="mod">
          <ac:chgData name="Иван Алешин" userId="811e2e97ab995316" providerId="Windows Live" clId="Web-{580EE46A-2C95-43D2-B67E-01C42086F90A}" dt="2026-03-13T08:39:27.407" v="282" actId="1076"/>
          <ac:spMkLst>
            <pc:docMk/>
            <pc:sldMk cId="3947552595" sldId="266"/>
            <ac:spMk id="3" creationId="{4227E922-AE57-EC70-406A-77ED03351FF3}"/>
          </ac:spMkLst>
        </pc:spChg>
      </pc:sldChg>
      <pc:sldChg chg="addSp delSp modSp">
        <pc:chgData name="Иван Алешин" userId="811e2e97ab995316" providerId="Windows Live" clId="Web-{580EE46A-2C95-43D2-B67E-01C42086F90A}" dt="2026-03-13T08:28:29.324" v="166" actId="1076"/>
        <pc:sldMkLst>
          <pc:docMk/>
          <pc:sldMk cId="3313450045" sldId="1509"/>
        </pc:sldMkLst>
        <pc:spChg chg="mod">
          <ac:chgData name="Иван Алешин" userId="811e2e97ab995316" providerId="Windows Live" clId="Web-{580EE46A-2C95-43D2-B67E-01C42086F90A}" dt="2026-03-13T08:28:29.324" v="166" actId="1076"/>
          <ac:spMkLst>
            <pc:docMk/>
            <pc:sldMk cId="3313450045" sldId="1509"/>
            <ac:spMk id="2" creationId="{8AA144A5-0283-F980-85F3-EE51746FC4CD}"/>
          </ac:spMkLst>
        </pc:spChg>
        <pc:spChg chg="mod">
          <ac:chgData name="Иван Алешин" userId="811e2e97ab995316" providerId="Windows Live" clId="Web-{580EE46A-2C95-43D2-B67E-01C42086F90A}" dt="2026-03-13T08:28:25.558" v="165" actId="1076"/>
          <ac:spMkLst>
            <pc:docMk/>
            <pc:sldMk cId="3313450045" sldId="1509"/>
            <ac:spMk id="3" creationId="{1A385359-5FD3-D5C8-1467-F7082543AA4C}"/>
          </ac:spMkLst>
        </pc:spChg>
      </pc:sldChg>
      <pc:sldChg chg="addSp modSp">
        <pc:chgData name="Иван Алешин" userId="811e2e97ab995316" providerId="Windows Live" clId="Web-{580EE46A-2C95-43D2-B67E-01C42086F90A}" dt="2026-03-13T08:33:39.063" v="231" actId="1076"/>
        <pc:sldMkLst>
          <pc:docMk/>
          <pc:sldMk cId="187927555" sldId="1511"/>
        </pc:sldMkLst>
        <pc:spChg chg="mod">
          <ac:chgData name="Иван Алешин" userId="811e2e97ab995316" providerId="Windows Live" clId="Web-{580EE46A-2C95-43D2-B67E-01C42086F90A}" dt="2026-03-13T08:33:39.063" v="231" actId="1076"/>
          <ac:spMkLst>
            <pc:docMk/>
            <pc:sldMk cId="187927555" sldId="1511"/>
            <ac:spMk id="2" creationId="{9BB750E1-014E-2F32-5FE0-025C27322ADF}"/>
          </ac:spMkLst>
        </pc:spChg>
      </pc:sldChg>
    </pc:docChg>
  </pc:docChgLst>
  <pc:docChgLst>
    <pc:chgData name="Иван Алешин" userId="811e2e97ab995316" providerId="Windows Live" clId="Web-{CAC858A6-4A12-B3DC-DBE1-12EDD70259B7}"/>
    <pc:docChg chg="modSld">
      <pc:chgData name="Иван Алешин" userId="811e2e97ab995316" providerId="Windows Live" clId="Web-{CAC858A6-4A12-B3DC-DBE1-12EDD70259B7}" dt="2026-03-20T09:55:12.617" v="0"/>
      <pc:docMkLst>
        <pc:docMk/>
      </pc:docMkLst>
      <pc:sldChg chg="modSp mod modClrScheme chgLayout">
        <pc:chgData name="Иван Алешин" userId="811e2e97ab995316" providerId="Windows Live" clId="Web-{CAC858A6-4A12-B3DC-DBE1-12EDD70259B7}" dt="2026-03-20T09:55:12.617" v="0"/>
        <pc:sldMkLst>
          <pc:docMk/>
          <pc:sldMk cId="4216523365" sldId="257"/>
        </pc:sldMkLst>
        <pc:spChg chg="mod">
          <ac:chgData name="Иван Алешин" userId="811e2e97ab995316" providerId="Windows Live" clId="Web-{CAC858A6-4A12-B3DC-DBE1-12EDD70259B7}" dt="2026-03-20T09:55:12.617" v="0"/>
          <ac:spMkLst>
            <pc:docMk/>
            <pc:sldMk cId="4216523365" sldId="257"/>
            <ac:spMk id="2" creationId="{93B255C6-1E2E-E4BD-2E9F-B3321C22A292}"/>
          </ac:spMkLst>
        </pc:spChg>
        <pc:spChg chg="mod">
          <ac:chgData name="Иван Алешин" userId="811e2e97ab995316" providerId="Windows Live" clId="Web-{CAC858A6-4A12-B3DC-DBE1-12EDD70259B7}" dt="2026-03-20T09:55:12.617" v="0"/>
          <ac:spMkLst>
            <pc:docMk/>
            <pc:sldMk cId="4216523365" sldId="257"/>
            <ac:spMk id="3" creationId="{432C04E6-B771-F1FA-85F4-B7984DE55A8E}"/>
          </ac:spMkLst>
        </pc:spChg>
      </pc:sldChg>
    </pc:docChg>
  </pc:docChgLst>
  <pc:docChgLst>
    <pc:chgData name="Иван Алешин" userId="811e2e97ab995316" providerId="Windows Live" clId="Web-{0CF0EF09-4017-19A4-BFA6-E77DCB7CD3D7}"/>
    <pc:docChg chg="modSld">
      <pc:chgData name="Иван Алешин" userId="811e2e97ab995316" providerId="Windows Live" clId="Web-{0CF0EF09-4017-19A4-BFA6-E77DCB7CD3D7}" dt="2026-03-20T08:29:55.591" v="43"/>
      <pc:docMkLst>
        <pc:docMk/>
      </pc:docMkLst>
      <pc:sldChg chg="addSp delSp modSp">
        <pc:chgData name="Иван Алешин" userId="811e2e97ab995316" providerId="Windows Live" clId="Web-{0CF0EF09-4017-19A4-BFA6-E77DCB7CD3D7}" dt="2026-03-20T08:23:13.356" v="10" actId="1076"/>
        <pc:sldMkLst>
          <pc:docMk/>
          <pc:sldMk cId="3069965530" sldId="256"/>
        </pc:sldMkLst>
        <pc:spChg chg="mod">
          <ac:chgData name="Иван Алешин" userId="811e2e97ab995316" providerId="Windows Live" clId="Web-{0CF0EF09-4017-19A4-BFA6-E77DCB7CD3D7}" dt="2026-03-20T08:21:37.497" v="1" actId="20577"/>
          <ac:spMkLst>
            <pc:docMk/>
            <pc:sldMk cId="3069965530" sldId="256"/>
            <ac:spMk id="4" creationId="{86D321A2-65AC-4C18-CA75-0FB5084CA306}"/>
          </ac:spMkLst>
        </pc:spChg>
      </pc:sldChg>
      <pc:sldChg chg="addSp delSp modSp mod modClrScheme chgLayout">
        <pc:chgData name="Иван Алешин" userId="811e2e97ab995316" providerId="Windows Live" clId="Web-{0CF0EF09-4017-19A4-BFA6-E77DCB7CD3D7}" dt="2026-03-20T08:29:08.950" v="27"/>
        <pc:sldMkLst>
          <pc:docMk/>
          <pc:sldMk cId="4216523365" sldId="257"/>
        </pc:sldMkLst>
        <pc:spChg chg="mod">
          <ac:chgData name="Иван Алешин" userId="811e2e97ab995316" providerId="Windows Live" clId="Web-{0CF0EF09-4017-19A4-BFA6-E77DCB7CD3D7}" dt="2026-03-20T08:29:08.950" v="27"/>
          <ac:spMkLst>
            <pc:docMk/>
            <pc:sldMk cId="4216523365" sldId="257"/>
            <ac:spMk id="2" creationId="{93B255C6-1E2E-E4BD-2E9F-B3321C22A292}"/>
          </ac:spMkLst>
        </pc:spChg>
        <pc:spChg chg="mod">
          <ac:chgData name="Иван Алешин" userId="811e2e97ab995316" providerId="Windows Live" clId="Web-{0CF0EF09-4017-19A4-BFA6-E77DCB7CD3D7}" dt="2026-03-20T08:29:08.950" v="27"/>
          <ac:spMkLst>
            <pc:docMk/>
            <pc:sldMk cId="4216523365" sldId="257"/>
            <ac:spMk id="3" creationId="{432C04E6-B771-F1FA-85F4-B7984DE55A8E}"/>
          </ac:spMkLst>
        </pc:spChg>
      </pc:sldChg>
      <pc:sldChg chg="delSp modSp">
        <pc:chgData name="Иван Алешин" userId="811e2e97ab995316" providerId="Windows Live" clId="Web-{0CF0EF09-4017-19A4-BFA6-E77DCB7CD3D7}" dt="2026-03-20T08:29:55.591" v="43"/>
        <pc:sldMkLst>
          <pc:docMk/>
          <pc:sldMk cId="3313450045" sldId="1509"/>
        </pc:sldMkLst>
        <pc:spChg chg="mod">
          <ac:chgData name="Иван Алешин" userId="811e2e97ab995316" providerId="Windows Live" clId="Web-{0CF0EF09-4017-19A4-BFA6-E77DCB7CD3D7}" dt="2026-03-20T08:29:37.107" v="39" actId="20577"/>
          <ac:spMkLst>
            <pc:docMk/>
            <pc:sldMk cId="3313450045" sldId="1509"/>
            <ac:spMk id="2" creationId="{8AA144A5-0283-F980-85F3-EE51746FC4CD}"/>
          </ac:spMkLst>
        </pc:spChg>
        <pc:spChg chg="mod">
          <ac:chgData name="Иван Алешин" userId="811e2e97ab995316" providerId="Windows Live" clId="Web-{0CF0EF09-4017-19A4-BFA6-E77DCB7CD3D7}" dt="2026-03-20T08:29:54.982" v="42" actId="20577"/>
          <ac:spMkLst>
            <pc:docMk/>
            <pc:sldMk cId="3313450045" sldId="1509"/>
            <ac:spMk id="3" creationId="{1A385359-5FD3-D5C8-1467-F7082543AA4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26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96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954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495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8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5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1FE1A989-42EF-40B2-87AB-6941C231CD4A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067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8095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76" y="484632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279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20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8A60B404-9532-4DA8-8A40-EC339A5BE635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2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26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69CE-4771-4BFA-AD70-0E51ABA58D6D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651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711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DC593-EA98-4C39-A75F-3F3A9C691019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6122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8FACD271-2BB0-4C13-9E3A-50B90F57CA5B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2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4109C0-CC82-467C-B6E8-62D4D3634E2A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1A5F77D0-C28E-4573-88F0-0A30FF98888E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F1191D-5EC4-40DF-9DB6-A6385AB88B55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468DAA-49F6-4492-82E6-75555EB31418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447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1D22668-A3AE-429F-A351-A1583BA90793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800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3A2E2B-8F4D-437C-9F55-5E913AFC716A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159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6C70014-48FC-4647-9615-BBD39F98887D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820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C089F4EF-3CDF-46D7-ADF4-3A52C84FD8BE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7826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635C43F-DBB1-4D83-B442-E1529AA900C2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5332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D13F81E-C5BD-4314-B9B9-AAE2702F29D2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88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192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9128053F-E531-4885-B604-CF1A6DEEE405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810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601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496" y="566928"/>
            <a:ext cx="10826496" cy="4334256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4" y="4718304"/>
            <a:ext cx="5897880" cy="1353312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468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760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096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83138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4972" y="5428752"/>
            <a:ext cx="9043508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56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5064" y="5349240"/>
            <a:ext cx="9043416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7CA6-BC1D-429A-A289-4E939E49554A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24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234440"/>
            <a:ext cx="8961120" cy="316992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4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651" y="5669280"/>
            <a:ext cx="8807117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02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5B10-D26A-480A-9509-A9831C5E60D8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5040-F7E0-40EC-B8E9-CED28200FAA3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987AA-E4E6-4FC1-BAD8-09A952212C58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CF65F-0E21-48DE-8D75-4BF66A547E8E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5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D291CE83-67BA-4B15-B48A-7DC5C0636664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5" r:id="rId2"/>
    <p:sldLayoutId id="2147483661" r:id="rId3"/>
    <p:sldLayoutId id="2147483712" r:id="rId4"/>
    <p:sldLayoutId id="2147483698" r:id="rId5"/>
    <p:sldLayoutId id="2147483728" r:id="rId6"/>
    <p:sldLayoutId id="2147483735" r:id="rId7"/>
    <p:sldLayoutId id="2147483758" r:id="rId8"/>
    <p:sldLayoutId id="2147483710" r:id="rId9"/>
    <p:sldLayoutId id="2147483755" r:id="rId10"/>
    <p:sldLayoutId id="2147483713" r:id="rId11"/>
    <p:sldLayoutId id="2147483729" r:id="rId12"/>
    <p:sldLayoutId id="2147483662" r:id="rId13"/>
    <p:sldLayoutId id="2147483679" r:id="rId14"/>
    <p:sldLayoutId id="2147483680" r:id="rId15"/>
    <p:sldLayoutId id="2147483681" r:id="rId16"/>
    <p:sldLayoutId id="2147483682" r:id="rId17"/>
    <p:sldLayoutId id="2147483706" r:id="rId18"/>
    <p:sldLayoutId id="2147483689" r:id="rId19"/>
    <p:sldLayoutId id="2147483690" r:id="rId20"/>
    <p:sldLayoutId id="2147483707" r:id="rId21"/>
    <p:sldLayoutId id="2147483708" r:id="rId22"/>
    <p:sldLayoutId id="2147483692" r:id="rId23"/>
    <p:sldLayoutId id="2147483691" r:id="rId24"/>
    <p:sldLayoutId id="2147483732" r:id="rId25"/>
    <p:sldLayoutId id="2147483733" r:id="rId26"/>
    <p:sldLayoutId id="2147483731" r:id="rId27"/>
    <p:sldLayoutId id="2147483730" r:id="rId28"/>
    <p:sldLayoutId id="2147483694" r:id="rId29"/>
    <p:sldLayoutId id="2147483726" r:id="rId30"/>
    <p:sldLayoutId id="2147483693" r:id="rId31"/>
    <p:sldLayoutId id="2147483711" r:id="rId32"/>
    <p:sldLayoutId id="2147483672" r:id="rId33"/>
    <p:sldLayoutId id="2147483673" r:id="rId34"/>
    <p:sldLayoutId id="2147483696" r:id="rId35"/>
    <p:sldLayoutId id="2147483752" r:id="rId36"/>
    <p:sldLayoutId id="2147483754" r:id="rId37"/>
    <p:sldLayoutId id="2147483753" r:id="rId38"/>
    <p:sldLayoutId id="2147483750" r:id="rId39"/>
    <p:sldLayoutId id="2147483742" r:id="rId40"/>
    <p:sldLayoutId id="2147483743" r:id="rId41"/>
    <p:sldLayoutId id="2147483740" r:id="rId42"/>
    <p:sldLayoutId id="2147483664" r:id="rId43"/>
    <p:sldLayoutId id="2147483665" r:id="rId44"/>
    <p:sldLayoutId id="2147483666" r:id="rId45"/>
    <p:sldLayoutId id="2147483667" r:id="rId46"/>
    <p:sldLayoutId id="2147483668" r:id="rId47"/>
    <p:sldLayoutId id="2147483669" r:id="rId48"/>
    <p:sldLayoutId id="2147483685" r:id="rId49"/>
    <p:sldLayoutId id="2147483687" r:id="rId5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D321A2-65AC-4C18-CA75-0FB5084CA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780" y="689089"/>
            <a:ext cx="11258296" cy="945896"/>
          </a:xfrm>
        </p:spPr>
        <p:txBody>
          <a:bodyPr anchor="t">
            <a:normAutofit fontScale="90000"/>
          </a:bodyPr>
          <a:lstStyle/>
          <a:p>
            <a:r>
              <a:rPr lang="en-US" sz="3600" dirty="0" err="1"/>
              <a:t>Первый</a:t>
            </a:r>
            <a:r>
              <a:rPr lang="en-US" sz="3600" dirty="0"/>
              <a:t> </a:t>
            </a:r>
            <a:r>
              <a:rPr lang="en-US" sz="3600" dirty="0" err="1"/>
              <a:t>русский</a:t>
            </a:r>
            <a:r>
              <a:rPr lang="en-US" sz="3600" dirty="0"/>
              <a:t> </a:t>
            </a:r>
            <a:r>
              <a:rPr lang="en-US" sz="3600" dirty="0" err="1"/>
              <a:t>автомобиль</a:t>
            </a:r>
            <a:r>
              <a:rPr lang="en-US" sz="3600" dirty="0"/>
              <a:t>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FA3257-663D-61CE-A5D5-22B53DB71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anchor="b">
            <a:normAutofit/>
          </a:bodyPr>
          <a:lstStyle/>
          <a:p>
            <a:r>
              <a:rPr lang="en-US" dirty="0"/>
              <a:t>ПИН-31 </a:t>
            </a:r>
            <a:r>
              <a:rPr lang="en-US" dirty="0" err="1"/>
              <a:t>Алешин</a:t>
            </a:r>
            <a:r>
              <a:rPr lang="en-US" dirty="0"/>
              <a:t> И.К.</a:t>
            </a:r>
          </a:p>
        </p:txBody>
      </p:sp>
      <p:pic>
        <p:nvPicPr>
          <p:cNvPr id="3" name="Picture 2" descr="Первый российский автомобиль Яковлева — Фрезе в Минске">
            <a:extLst>
              <a:ext uri="{FF2B5EF4-FFF2-40B4-BE49-F238E27FC236}">
                <a16:creationId xmlns:a16="http://schemas.microsoft.com/office/drawing/2014/main" id="{9E66D446-250C-13BC-ABE4-C77CC8FF3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820" y="1714910"/>
            <a:ext cx="6957333" cy="432695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9B1092-C482-9676-D76E-C358CF10D79B}"/>
              </a:ext>
            </a:extLst>
          </p:cNvPr>
          <p:cNvSpPr txBox="1"/>
          <p:nvPr/>
        </p:nvSpPr>
        <p:spPr>
          <a:xfrm>
            <a:off x="683846" y="2823307"/>
            <a:ext cx="3204308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i="1" dirty="0" err="1">
                <a:solidFill>
                  <a:srgbClr val="000000"/>
                </a:solidFill>
                <a:latin typeface="Neue Haas Grotesk Text Pro"/>
              </a:rPr>
              <a:t>От</a:t>
            </a:r>
            <a:r>
              <a:rPr lang="en-US" sz="2800" i="1" u="none" strike="noStrike" baseline="0" dirty="0">
                <a:solidFill>
                  <a:srgbClr val="000000"/>
                </a:solidFill>
                <a:latin typeface="Neue Haas Grotesk Text Pro"/>
              </a:rPr>
              <a:t> </a:t>
            </a:r>
            <a:r>
              <a:rPr lang="en-US" sz="2800" i="1" u="none" strike="noStrike" baseline="0" dirty="0" err="1">
                <a:solidFill>
                  <a:srgbClr val="000000"/>
                </a:solidFill>
                <a:latin typeface="Neue Haas Grotesk Text Pro"/>
              </a:rPr>
              <a:t>керосинового</a:t>
            </a:r>
            <a:r>
              <a:rPr lang="en-US" sz="2800" i="1" u="none" strike="noStrike" baseline="0" dirty="0">
                <a:solidFill>
                  <a:srgbClr val="000000"/>
                </a:solidFill>
                <a:latin typeface="Neue Haas Grotesk Text Pro"/>
              </a:rPr>
              <a:t> </a:t>
            </a:r>
            <a:r>
              <a:rPr lang="en-US" sz="2800" i="1" u="none" strike="noStrike" baseline="0" dirty="0" err="1">
                <a:solidFill>
                  <a:srgbClr val="000000"/>
                </a:solidFill>
                <a:latin typeface="Neue Haas Grotesk Text Pro"/>
              </a:rPr>
              <a:t>мотора</a:t>
            </a:r>
            <a:r>
              <a:rPr lang="en-US" sz="2800" i="1" u="none" strike="noStrike" baseline="0" dirty="0">
                <a:solidFill>
                  <a:srgbClr val="000000"/>
                </a:solidFill>
                <a:latin typeface="Neue Haas Grotesk Text Pro"/>
              </a:rPr>
              <a:t> </a:t>
            </a:r>
            <a:endParaRPr lang="en-US" i="1"/>
          </a:p>
          <a:p>
            <a:pPr algn="l"/>
            <a:r>
              <a:rPr lang="en-US" sz="2800" i="1" u="none" strike="noStrike" baseline="0" dirty="0" err="1">
                <a:solidFill>
                  <a:srgbClr val="000000"/>
                </a:solidFill>
                <a:latin typeface="Neue Haas Grotesk Text Pro"/>
              </a:rPr>
              <a:t>до</a:t>
            </a:r>
            <a:r>
              <a:rPr lang="en-US" sz="2800" i="1" u="none" strike="noStrike" baseline="0" dirty="0">
                <a:solidFill>
                  <a:srgbClr val="000000"/>
                </a:solidFill>
                <a:latin typeface="Neue Haas Grotesk Text Pro"/>
              </a:rPr>
              <a:t> </a:t>
            </a:r>
            <a:r>
              <a:rPr lang="en-US" sz="2800" i="1" u="none" strike="noStrike" baseline="0" dirty="0" err="1">
                <a:solidFill>
                  <a:srgbClr val="000000"/>
                </a:solidFill>
                <a:latin typeface="Neue Haas Grotesk Text Pro"/>
              </a:rPr>
              <a:t>Монте-Карло</a:t>
            </a:r>
            <a:r>
              <a:rPr lang="en-US" sz="2800" b="0" i="1" dirty="0">
                <a:latin typeface="Neue Haas Grotesk Text Pro"/>
              </a:rPr>
              <a:t>​</a:t>
            </a:r>
            <a:endParaRPr lang="en-US" i="1"/>
          </a:p>
          <a:p>
            <a:pPr algn="ctr"/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306996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>
            <a:normAutofit/>
          </a:bodyPr>
          <a:lstStyle/>
          <a:p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Яковлев</a:t>
            </a:r>
            <a:endParaRPr lang="en-US" dirty="0"/>
          </a:p>
        </p:txBody>
      </p:sp>
      <p:pic>
        <p:nvPicPr>
          <p:cNvPr id="4" name="Picture 3" descr="Первый русский серийный автомобиль, Автомобили">
            <a:extLst>
              <a:ext uri="{FF2B5EF4-FFF2-40B4-BE49-F238E27FC236}">
                <a16:creationId xmlns:a16="http://schemas.microsoft.com/office/drawing/2014/main" id="{4DAAA010-64BD-58DA-2042-7A184B23E3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3093"/>
          <a:stretch>
            <a:fillRect/>
          </a:stretch>
        </p:blipFill>
        <p:spPr>
          <a:xfrm>
            <a:off x="20" y="1"/>
            <a:ext cx="4793865" cy="6858000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5161450" cy="44897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Евгений </a:t>
            </a:r>
            <a:r>
              <a:rPr lang="en-US" err="1"/>
              <a:t>Яковлев</a:t>
            </a:r>
            <a:r>
              <a:rPr lang="en-US"/>
              <a:t> (1857–1898) </a:t>
            </a:r>
          </a:p>
          <a:p>
            <a:pPr marL="285750" indent="-285750">
              <a:buChar char="•"/>
            </a:pPr>
            <a:r>
              <a:rPr lang="en-US"/>
              <a:t> </a:t>
            </a:r>
            <a:r>
              <a:rPr lang="en-US" err="1"/>
              <a:t>Отставной</a:t>
            </a:r>
            <a:r>
              <a:rPr lang="en-US"/>
              <a:t> </a:t>
            </a:r>
            <a:r>
              <a:rPr lang="en-US" err="1"/>
              <a:t>лейтенант</a:t>
            </a:r>
            <a:r>
              <a:rPr lang="en-US"/>
              <a:t> </a:t>
            </a:r>
            <a:r>
              <a:rPr lang="en-US" err="1"/>
              <a:t>флота</a:t>
            </a:r>
            <a:r>
              <a:rPr lang="en-US"/>
              <a:t> </a:t>
            </a:r>
            <a:endParaRPr lang="en-US" err="1"/>
          </a:p>
          <a:p>
            <a:pPr marL="285750" indent="-285750">
              <a:buChar char="•"/>
            </a:pPr>
            <a:r>
              <a:rPr lang="en-US"/>
              <a:t> </a:t>
            </a:r>
            <a:r>
              <a:rPr lang="en-US" err="1"/>
              <a:t>Основал</a:t>
            </a:r>
            <a:r>
              <a:rPr lang="en-US"/>
              <a:t> </a:t>
            </a:r>
            <a:r>
              <a:rPr lang="en-US" err="1"/>
              <a:t>завод</a:t>
            </a:r>
            <a:r>
              <a:rPr lang="en-US"/>
              <a:t> в </a:t>
            </a:r>
            <a:r>
              <a:rPr lang="en-US" err="1"/>
              <a:t>Петербурге</a:t>
            </a:r>
            <a:r>
              <a:rPr lang="en-US"/>
              <a:t> в 1889 </a:t>
            </a:r>
            <a:r>
              <a:rPr lang="en-US" err="1"/>
              <a:t>году</a:t>
            </a:r>
            <a:r>
              <a:rPr lang="en-US"/>
              <a:t> </a:t>
            </a:r>
          </a:p>
          <a:p>
            <a:pPr marL="285750" indent="-285750">
              <a:buChar char="•"/>
            </a:pPr>
            <a:r>
              <a:rPr lang="en-US"/>
              <a:t> </a:t>
            </a:r>
            <a:r>
              <a:rPr lang="en-US" err="1"/>
              <a:t>Производил</a:t>
            </a:r>
            <a:r>
              <a:rPr lang="en-US"/>
              <a:t> </a:t>
            </a:r>
            <a:r>
              <a:rPr lang="en-US" err="1"/>
              <a:t>керосиновые</a:t>
            </a:r>
            <a:r>
              <a:rPr lang="en-US"/>
              <a:t> и </a:t>
            </a:r>
            <a:r>
              <a:rPr lang="en-US" err="1"/>
              <a:t>газовые</a:t>
            </a:r>
            <a:r>
              <a:rPr lang="en-US"/>
              <a:t> двигатели </a:t>
            </a:r>
          </a:p>
          <a:p>
            <a:pPr marL="285750" indent="-285750">
              <a:buChar char="•"/>
            </a:pPr>
            <a:r>
              <a:rPr lang="en-US"/>
              <a:t> </a:t>
            </a:r>
            <a:r>
              <a:rPr lang="en-US" err="1"/>
              <a:t>Его</a:t>
            </a:r>
            <a:r>
              <a:rPr lang="en-US"/>
              <a:t> </a:t>
            </a:r>
            <a:r>
              <a:rPr lang="en-US" err="1"/>
              <a:t>моторы</a:t>
            </a:r>
            <a:r>
              <a:rPr lang="en-US"/>
              <a:t>: </a:t>
            </a:r>
            <a:r>
              <a:rPr lang="en-US" err="1"/>
              <a:t>электрическое</a:t>
            </a:r>
            <a:r>
              <a:rPr lang="en-US"/>
              <a:t> </a:t>
            </a:r>
            <a:r>
              <a:rPr lang="en-US" err="1"/>
              <a:t>зажигание</a:t>
            </a:r>
            <a:r>
              <a:rPr lang="en-US"/>
              <a:t>, </a:t>
            </a:r>
            <a:r>
              <a:rPr lang="en-US" err="1"/>
              <a:t>смазка</a:t>
            </a:r>
            <a:r>
              <a:rPr lang="en-US"/>
              <a:t> </a:t>
            </a:r>
            <a:r>
              <a:rPr lang="en-US" err="1"/>
              <a:t>под</a:t>
            </a:r>
            <a:r>
              <a:rPr lang="en-US"/>
              <a:t> </a:t>
            </a:r>
            <a:r>
              <a:rPr lang="en-US" err="1"/>
              <a:t>давлением</a:t>
            </a:r>
            <a:r>
              <a:rPr lang="en-US"/>
              <a:t> — </a:t>
            </a:r>
            <a:r>
              <a:rPr lang="en-US" err="1"/>
              <a:t>впереди</a:t>
            </a:r>
            <a:r>
              <a:rPr lang="en-US"/>
              <a:t> </a:t>
            </a:r>
            <a:r>
              <a:rPr lang="en-US" err="1"/>
              <a:t>времени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err="1"/>
              <a:t>Встреча</a:t>
            </a:r>
            <a:r>
              <a:rPr lang="en-US"/>
              <a:t> в </a:t>
            </a:r>
            <a:r>
              <a:rPr lang="en-US" err="1"/>
              <a:t>Чикаго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5359-5FD3-D5C8-1467-F7082543AA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/>
              <a:t>1893 </a:t>
            </a:r>
            <a:r>
              <a:rPr lang="en-US" err="1"/>
              <a:t>год</a:t>
            </a:r>
            <a:r>
              <a:rPr lang="en-US"/>
              <a:t>. Всемирная </a:t>
            </a:r>
            <a:r>
              <a:rPr lang="en-US" err="1"/>
              <a:t>выставка</a:t>
            </a:r>
            <a:r>
              <a:rPr lang="en-US"/>
              <a:t> в </a:t>
            </a:r>
            <a:r>
              <a:rPr lang="en-US" err="1"/>
              <a:t>Чикаго</a:t>
            </a:r>
            <a:r>
              <a:rPr lang="en-US"/>
              <a:t> </a:t>
            </a:r>
            <a:endParaRPr lang="ru-RU" err="1"/>
          </a:p>
          <a:p>
            <a:r>
              <a:rPr lang="en-US"/>
              <a:t> </a:t>
            </a:r>
            <a:r>
              <a:rPr lang="en-US" err="1"/>
              <a:t>Яковлев</a:t>
            </a:r>
            <a:r>
              <a:rPr lang="en-US"/>
              <a:t> </a:t>
            </a:r>
            <a:r>
              <a:rPr lang="en-US" err="1"/>
              <a:t>привёз</a:t>
            </a:r>
            <a:r>
              <a:rPr lang="en-US"/>
              <a:t> </a:t>
            </a:r>
            <a:r>
              <a:rPr lang="en-US" err="1"/>
              <a:t>двигатели</a:t>
            </a:r>
            <a:r>
              <a:rPr lang="en-US"/>
              <a:t>, </a:t>
            </a:r>
            <a:r>
              <a:rPr lang="en-US" err="1"/>
              <a:t>Фрезе</a:t>
            </a:r>
            <a:r>
              <a:rPr lang="en-US"/>
              <a:t> — </a:t>
            </a:r>
            <a:r>
              <a:rPr lang="en-US" err="1"/>
              <a:t>экипажи</a:t>
            </a:r>
            <a:r>
              <a:rPr lang="en-US"/>
              <a:t> </a:t>
            </a:r>
            <a:endParaRPr lang="ru-RU"/>
          </a:p>
          <a:p>
            <a:r>
              <a:rPr lang="en-US"/>
              <a:t> </a:t>
            </a:r>
            <a:r>
              <a:rPr lang="en-US" err="1"/>
              <a:t>Оба</a:t>
            </a:r>
            <a:r>
              <a:rPr lang="en-US"/>
              <a:t> </a:t>
            </a:r>
            <a:r>
              <a:rPr lang="en-US" err="1"/>
              <a:t>получили</a:t>
            </a:r>
            <a:r>
              <a:rPr lang="en-US"/>
              <a:t> </a:t>
            </a:r>
            <a:r>
              <a:rPr lang="en-US" err="1"/>
              <a:t>бронзовые</a:t>
            </a:r>
            <a:r>
              <a:rPr lang="en-US"/>
              <a:t> </a:t>
            </a:r>
            <a:r>
              <a:rPr lang="en-US" err="1"/>
              <a:t>медали</a:t>
            </a:r>
            <a:r>
              <a:rPr lang="en-US"/>
              <a:t> </a:t>
            </a:r>
            <a:endParaRPr lang="ru-RU"/>
          </a:p>
          <a:p>
            <a:r>
              <a:rPr lang="en-US"/>
              <a:t> </a:t>
            </a:r>
            <a:r>
              <a:rPr lang="en-US" err="1"/>
              <a:t>Оба</a:t>
            </a:r>
            <a:r>
              <a:rPr lang="en-US"/>
              <a:t> </a:t>
            </a:r>
            <a:r>
              <a:rPr lang="en-US" err="1"/>
              <a:t>увидели</a:t>
            </a:r>
            <a:r>
              <a:rPr lang="en-US"/>
              <a:t> </a:t>
            </a:r>
            <a:r>
              <a:rPr lang="en-US" err="1"/>
              <a:t>автомобиль</a:t>
            </a:r>
            <a:r>
              <a:rPr lang="en-US"/>
              <a:t> «</a:t>
            </a:r>
            <a:r>
              <a:rPr lang="en-US" err="1"/>
              <a:t>Бенц-Виктория</a:t>
            </a:r>
            <a:r>
              <a:rPr lang="en-US"/>
              <a:t>» </a:t>
            </a:r>
            <a:endParaRPr lang="ru-RU"/>
          </a:p>
          <a:p>
            <a:r>
              <a:rPr lang="en-US"/>
              <a:t> </a:t>
            </a:r>
            <a:r>
              <a:rPr lang="en-US" err="1"/>
              <a:t>Оба</a:t>
            </a:r>
            <a:r>
              <a:rPr lang="en-US"/>
              <a:t> </a:t>
            </a:r>
            <a:r>
              <a:rPr lang="en-US" err="1"/>
              <a:t>подумали</a:t>
            </a:r>
            <a:r>
              <a:rPr lang="en-US"/>
              <a:t> </a:t>
            </a:r>
            <a:r>
              <a:rPr lang="en-US" err="1"/>
              <a:t>одно</a:t>
            </a:r>
            <a:r>
              <a:rPr lang="en-US"/>
              <a:t> и </a:t>
            </a:r>
            <a:r>
              <a:rPr lang="en-US" err="1"/>
              <a:t>то</a:t>
            </a:r>
            <a:r>
              <a:rPr lang="en-US"/>
              <a:t> </a:t>
            </a:r>
            <a:r>
              <a:rPr lang="en-US" err="1"/>
              <a:t>же</a:t>
            </a:r>
            <a:endParaRPr lang="ru-RU" b="0" i="0">
              <a:effectLst/>
            </a:endParaRPr>
          </a:p>
        </p:txBody>
      </p:sp>
      <p:pic>
        <p:nvPicPr>
          <p:cNvPr id="5" name="Picture 4" descr="A statue of a person holding a torch in front of a building&#10;&#10;AI-generated content may be incorrect.">
            <a:extLst>
              <a:ext uri="{FF2B5EF4-FFF2-40B4-BE49-F238E27FC236}">
                <a16:creationId xmlns:a16="http://schemas.microsoft.com/office/drawing/2014/main" id="{F1BBEB7F-3350-1060-840B-AA3019709D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45" r="13191" b="2"/>
          <a:stretch>
            <a:fillRect/>
          </a:stretch>
        </p:blipFill>
        <p:spPr>
          <a:xfrm>
            <a:off x="5745480" y="10"/>
            <a:ext cx="644652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330" y="583413"/>
            <a:ext cx="3401568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Первый русский автомобиль (1896)</a:t>
            </a:r>
          </a:p>
        </p:txBody>
      </p:sp>
      <p:pic>
        <p:nvPicPr>
          <p:cNvPr id="3" name="Picture 2" descr="Первый российский автомобиль Яковлева — Фрезе в Минске">
            <a:extLst>
              <a:ext uri="{FF2B5EF4-FFF2-40B4-BE49-F238E27FC236}">
                <a16:creationId xmlns:a16="http://schemas.microsoft.com/office/drawing/2014/main" id="{A9C55773-4C11-2CCB-90F2-8DAEF21D9B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080" r="9632" b="-1"/>
          <a:stretch>
            <a:fillRect/>
          </a:stretch>
        </p:blipFill>
        <p:spPr>
          <a:xfrm>
            <a:off x="20" y="10"/>
            <a:ext cx="7584124" cy="685799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8E12FF-198B-8BB7-1E0C-028E8A1AC927}"/>
              </a:ext>
            </a:extLst>
          </p:cNvPr>
          <p:cNvSpPr txBox="1"/>
          <p:nvPr/>
        </p:nvSpPr>
        <p:spPr>
          <a:xfrm>
            <a:off x="8043457" y="2212975"/>
            <a:ext cx="3401568" cy="40957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900"/>
              <a:t>14 июля 1896 года — Нижегородская выставка 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900"/>
              <a:t> Двигатель: 1 цилиндр</a:t>
            </a:r>
            <a:r>
              <a:rPr lang="en-US" sz="1900" b="0" i="0" u="none" strike="noStrike" baseline="0"/>
              <a:t>, </a:t>
            </a:r>
            <a:r>
              <a:rPr lang="en-US" sz="1900"/>
              <a:t>2 лошадиные силы 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900"/>
              <a:t> Скорость: до 20 км/ч — Вес: около 300 кг 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900"/>
              <a:t> Все детали — российского производства 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900"/>
              <a:t> Цена: 1500 рублей — вдвое дешевле европейских аналогов</a:t>
            </a:r>
          </a:p>
        </p:txBody>
      </p: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>
            <a:normAutofit/>
          </a:bodyPr>
          <a:lstStyle/>
          <a:p>
            <a:r>
              <a:rPr lang="en-US" sz="3300" err="1"/>
              <a:t>Конец</a:t>
            </a:r>
            <a:r>
              <a:rPr lang="en-US" sz="3300"/>
              <a:t> </a:t>
            </a:r>
            <a:r>
              <a:rPr lang="en-US" sz="3300" err="1"/>
              <a:t>партнёрства</a:t>
            </a:r>
            <a:r>
              <a:rPr lang="en-US" sz="3300"/>
              <a:t> и </a:t>
            </a:r>
            <a:r>
              <a:rPr lang="en-US" sz="3300" err="1"/>
              <a:t>рождение</a:t>
            </a:r>
            <a:r>
              <a:rPr lang="en-US" sz="3300"/>
              <a:t> «</a:t>
            </a:r>
            <a:r>
              <a:rPr lang="en-US" sz="3300" err="1"/>
              <a:t>Руссо-Балта</a:t>
            </a:r>
            <a:r>
              <a:rPr lang="en-US" sz="3300"/>
              <a:t>»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45-EDED-4266-CFF8-650FF0BB1E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/>
              <a:t>1898 — </a:t>
            </a:r>
            <a:r>
              <a:rPr lang="en-US" sz="1900" err="1"/>
              <a:t>Яковлев</a:t>
            </a:r>
            <a:r>
              <a:rPr lang="en-US" sz="1900"/>
              <a:t> </a:t>
            </a:r>
            <a:r>
              <a:rPr lang="en-US" sz="1900" err="1"/>
              <a:t>умер</a:t>
            </a:r>
            <a:r>
              <a:rPr lang="en-US" sz="1900"/>
              <a:t>. </a:t>
            </a:r>
            <a:r>
              <a:rPr lang="en-US" sz="1900" err="1"/>
              <a:t>Завод</a:t>
            </a:r>
            <a:r>
              <a:rPr lang="en-US" sz="1900"/>
              <a:t> </a:t>
            </a:r>
            <a:r>
              <a:rPr lang="en-US" sz="1900" err="1"/>
              <a:t>перешёл</a:t>
            </a:r>
            <a:r>
              <a:rPr lang="en-US" sz="1900"/>
              <a:t> </a:t>
            </a:r>
            <a:r>
              <a:rPr lang="en-US" sz="1900" err="1"/>
              <a:t>наследникам</a:t>
            </a:r>
            <a:r>
              <a:rPr lang="en-US" sz="1900"/>
              <a:t> </a:t>
            </a:r>
          </a:p>
          <a:p>
            <a:pPr>
              <a:lnSpc>
                <a:spcPct val="110000"/>
              </a:lnSpc>
            </a:pPr>
            <a:r>
              <a:rPr lang="en-US" sz="1900"/>
              <a:t> </a:t>
            </a:r>
            <a:r>
              <a:rPr lang="en-US" sz="1900" err="1"/>
              <a:t>Наследники</a:t>
            </a:r>
            <a:r>
              <a:rPr lang="en-US" sz="1900"/>
              <a:t> </a:t>
            </a:r>
            <a:r>
              <a:rPr lang="en-US" sz="1900" err="1"/>
              <a:t>автомобилями</a:t>
            </a:r>
            <a:r>
              <a:rPr lang="en-US" sz="1900"/>
              <a:t> </a:t>
            </a:r>
            <a:r>
              <a:rPr lang="en-US" sz="1900" err="1"/>
              <a:t>не</a:t>
            </a:r>
            <a:r>
              <a:rPr lang="en-US" sz="1900"/>
              <a:t> </a:t>
            </a:r>
            <a:r>
              <a:rPr lang="en-US" sz="1900" err="1"/>
              <a:t>интересовались</a:t>
            </a:r>
            <a:r>
              <a:rPr lang="en-US" sz="1900"/>
              <a:t> </a:t>
            </a:r>
          </a:p>
          <a:p>
            <a:pPr>
              <a:lnSpc>
                <a:spcPct val="110000"/>
              </a:lnSpc>
            </a:pPr>
            <a:r>
              <a:rPr lang="en-US" sz="1900"/>
              <a:t> </a:t>
            </a:r>
            <a:r>
              <a:rPr lang="en-US" sz="1900" err="1"/>
              <a:t>Фрезе</a:t>
            </a:r>
            <a:r>
              <a:rPr lang="en-US" sz="1900"/>
              <a:t> </a:t>
            </a:r>
            <a:r>
              <a:rPr lang="en-US" sz="1900" err="1"/>
              <a:t>продолжил</a:t>
            </a:r>
            <a:r>
              <a:rPr lang="en-US" sz="1900"/>
              <a:t> </a:t>
            </a:r>
            <a:r>
              <a:rPr lang="en-US" sz="1900" err="1"/>
              <a:t>один</a:t>
            </a:r>
            <a:r>
              <a:rPr lang="en-US" sz="1900"/>
              <a:t>, </a:t>
            </a:r>
            <a:r>
              <a:rPr lang="en-US" sz="1900" err="1"/>
              <a:t>покупая</a:t>
            </a:r>
            <a:r>
              <a:rPr lang="en-US" sz="1900"/>
              <a:t> </a:t>
            </a:r>
            <a:r>
              <a:rPr lang="en-US" sz="1900" err="1"/>
              <a:t>двигатели</a:t>
            </a:r>
            <a:r>
              <a:rPr lang="en-US" sz="1900"/>
              <a:t> </a:t>
            </a:r>
            <a:r>
              <a:rPr lang="en-US" sz="1900" err="1"/>
              <a:t>за</a:t>
            </a:r>
            <a:r>
              <a:rPr lang="en-US" sz="1900"/>
              <a:t> </a:t>
            </a:r>
            <a:r>
              <a:rPr lang="en-US" sz="1900" err="1"/>
              <a:t>границей</a:t>
            </a:r>
            <a:r>
              <a:rPr lang="en-US" sz="1900"/>
              <a:t> </a:t>
            </a:r>
          </a:p>
          <a:p>
            <a:pPr>
              <a:lnSpc>
                <a:spcPct val="110000"/>
              </a:lnSpc>
            </a:pPr>
            <a:r>
              <a:rPr lang="en-US" sz="1900"/>
              <a:t> 1910 — </a:t>
            </a:r>
            <a:r>
              <a:rPr lang="en-US" sz="1900" err="1"/>
              <a:t>продал</a:t>
            </a:r>
            <a:r>
              <a:rPr lang="en-US" sz="1900"/>
              <a:t> </a:t>
            </a:r>
            <a:r>
              <a:rPr lang="en-US" sz="1900" err="1"/>
              <a:t>фабрику</a:t>
            </a:r>
            <a:r>
              <a:rPr lang="en-US" sz="1900"/>
              <a:t> </a:t>
            </a:r>
            <a:r>
              <a:rPr lang="en-US" sz="1900" err="1"/>
              <a:t>Русско-Балтийскому</a:t>
            </a:r>
            <a:r>
              <a:rPr lang="en-US" sz="1900"/>
              <a:t> </a:t>
            </a:r>
            <a:r>
              <a:rPr lang="en-US" sz="1900" err="1"/>
              <a:t>заводу</a:t>
            </a:r>
            <a:r>
              <a:rPr lang="en-US" sz="1900"/>
              <a:t> </a:t>
            </a:r>
          </a:p>
          <a:p>
            <a:pPr>
              <a:lnSpc>
                <a:spcPct val="110000"/>
              </a:lnSpc>
            </a:pPr>
            <a:r>
              <a:rPr lang="en-US" sz="1900"/>
              <a:t> </a:t>
            </a:r>
            <a:r>
              <a:rPr lang="en-US" sz="1900" err="1"/>
              <a:t>Из</a:t>
            </a:r>
            <a:r>
              <a:rPr lang="en-US" sz="1900"/>
              <a:t> </a:t>
            </a:r>
            <a:r>
              <a:rPr lang="en-US" sz="1900" err="1"/>
              <a:t>этого</a:t>
            </a:r>
            <a:r>
              <a:rPr lang="en-US" sz="1900"/>
              <a:t> </a:t>
            </a:r>
            <a:r>
              <a:rPr lang="en-US" sz="1900" err="1"/>
              <a:t>завода</a:t>
            </a:r>
            <a:r>
              <a:rPr lang="en-US" sz="1900"/>
              <a:t> </a:t>
            </a:r>
            <a:r>
              <a:rPr lang="en-US" sz="1900" err="1"/>
              <a:t>вырос</a:t>
            </a:r>
            <a:r>
              <a:rPr lang="en-US" sz="1900"/>
              <a:t> «</a:t>
            </a:r>
            <a:r>
              <a:rPr lang="en-US" sz="1900" err="1"/>
              <a:t>Руссо-Балт</a:t>
            </a:r>
            <a:r>
              <a:rPr lang="en-US" sz="1900"/>
              <a:t>» — </a:t>
            </a:r>
            <a:r>
              <a:rPr lang="en-US" sz="1900" err="1"/>
              <a:t>первый</a:t>
            </a:r>
            <a:r>
              <a:rPr lang="en-US" sz="1900"/>
              <a:t> </a:t>
            </a:r>
            <a:r>
              <a:rPr lang="en-US" sz="1900" err="1"/>
              <a:t>серийный</a:t>
            </a:r>
            <a:r>
              <a:rPr lang="en-US" sz="1900"/>
              <a:t> </a:t>
            </a:r>
            <a:r>
              <a:rPr lang="en-US" sz="1900" err="1"/>
              <a:t>русский</a:t>
            </a:r>
            <a:r>
              <a:rPr lang="en-US" sz="1900"/>
              <a:t> </a:t>
            </a:r>
            <a:r>
              <a:rPr lang="en-US" sz="1900" err="1"/>
              <a:t>автомобиль</a:t>
            </a:r>
            <a:endParaRPr lang="en-US" sz="1900"/>
          </a:p>
        </p:txBody>
      </p:sp>
      <p:pic>
        <p:nvPicPr>
          <p:cNvPr id="5" name="Picture 4" descr="Руссо-Балт С-24/30 — DRIVE2">
            <a:extLst>
              <a:ext uri="{FF2B5EF4-FFF2-40B4-BE49-F238E27FC236}">
                <a16:creationId xmlns:a16="http://schemas.microsoft.com/office/drawing/2014/main" id="{21610C75-E8C9-2D38-4009-0BB8B07A2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480" y="1188834"/>
            <a:ext cx="6446520" cy="448033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0F23-1809-2CC4-1A94-F826616D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>
            <a:normAutofit/>
          </a:bodyPr>
          <a:lstStyle/>
          <a:p>
            <a:r>
              <a:rPr lang="en-US" sz="2800" dirty="0" err="1"/>
              <a:t>Нагель</a:t>
            </a:r>
            <a:r>
              <a:rPr lang="en-US" sz="2800" dirty="0"/>
              <a:t> и </a:t>
            </a:r>
            <a:r>
              <a:rPr lang="en-US" sz="2800" dirty="0" err="1"/>
              <a:t>Михайлов</a:t>
            </a:r>
            <a:r>
              <a:rPr lang="en-US" sz="2800" dirty="0"/>
              <a:t>: </a:t>
            </a:r>
            <a:br>
              <a:rPr lang="en-US" sz="2800" dirty="0"/>
            </a:br>
            <a:r>
              <a:rPr lang="en-US" sz="2800" dirty="0" err="1"/>
              <a:t>Петербург</a:t>
            </a:r>
            <a:r>
              <a:rPr lang="en-US" sz="2800" dirty="0"/>
              <a:t> →</a:t>
            </a:r>
            <a:r>
              <a:rPr lang="en-US" sz="2800" dirty="0" err="1"/>
              <a:t>Монте-Карло</a:t>
            </a:r>
            <a:endParaRPr lang="en-US" sz="2800"/>
          </a:p>
        </p:txBody>
      </p:sp>
      <p:pic>
        <p:nvPicPr>
          <p:cNvPr id="3" name="Picture 2" descr="Автомодельное бюро: Руссо-Балт С24/55 тип &quot;Монте-Карло&quot;">
            <a:extLst>
              <a:ext uri="{FF2B5EF4-FFF2-40B4-BE49-F238E27FC236}">
                <a16:creationId xmlns:a16="http://schemas.microsoft.com/office/drawing/2014/main" id="{D53C2636-A5FF-58CE-C5D4-A2E3A06860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75" r="19938" b="1"/>
          <a:stretch>
            <a:fillRect/>
          </a:stretch>
        </p:blipFill>
        <p:spPr>
          <a:xfrm>
            <a:off x="20" y="10"/>
            <a:ext cx="6611489" cy="685799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71A6-1036-A099-9BDF-27C11F75648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/>
              <a:t>31 </a:t>
            </a:r>
            <a:r>
              <a:rPr lang="en-US" sz="1600" err="1"/>
              <a:t>декабря</a:t>
            </a:r>
            <a:r>
              <a:rPr lang="en-US" sz="1600"/>
              <a:t> 1911 </a:t>
            </a:r>
            <a:r>
              <a:rPr lang="en-US" sz="1600" err="1"/>
              <a:t>года</a:t>
            </a:r>
            <a:r>
              <a:rPr lang="en-US" sz="1600"/>
              <a:t>. </a:t>
            </a:r>
            <a:r>
              <a:rPr lang="en-US" sz="1600" err="1"/>
              <a:t>Мороз</a:t>
            </a:r>
            <a:r>
              <a:rPr lang="en-US" sz="1600"/>
              <a:t> −17°С. </a:t>
            </a:r>
            <a:r>
              <a:rPr lang="en-US" sz="1600" err="1"/>
              <a:t>Старт</a:t>
            </a:r>
            <a:r>
              <a:rPr lang="en-US" sz="1600"/>
              <a:t>. </a:t>
            </a:r>
          </a:p>
          <a:p>
            <a:pPr marL="342900" indent="-342900">
              <a:lnSpc>
                <a:spcPct val="110000"/>
              </a:lnSpc>
              <a:buFont typeface="Arial"/>
              <a:buChar char="•"/>
            </a:pPr>
            <a:r>
              <a:rPr lang="en-US" sz="1600"/>
              <a:t> </a:t>
            </a:r>
            <a:r>
              <a:rPr lang="en-US" sz="1600" err="1"/>
              <a:t>Михайлов</a:t>
            </a:r>
            <a:r>
              <a:rPr lang="en-US" sz="1600"/>
              <a:t> </a:t>
            </a:r>
            <a:r>
              <a:rPr lang="en-US" sz="1600" err="1"/>
              <a:t>сломал</a:t>
            </a:r>
            <a:r>
              <a:rPr lang="en-US" sz="1600"/>
              <a:t> </a:t>
            </a:r>
            <a:r>
              <a:rPr lang="en-US" sz="1600" err="1"/>
              <a:t>руку</a:t>
            </a:r>
            <a:r>
              <a:rPr lang="en-US" sz="1600"/>
              <a:t> </a:t>
            </a:r>
            <a:r>
              <a:rPr lang="en-US" sz="1600" err="1"/>
              <a:t>на</a:t>
            </a:r>
            <a:r>
              <a:rPr lang="en-US" sz="1600"/>
              <a:t> </a:t>
            </a:r>
            <a:r>
              <a:rPr lang="en-US" sz="1600" err="1"/>
              <a:t>старте</a:t>
            </a:r>
            <a:r>
              <a:rPr lang="en-US" sz="1600"/>
              <a:t> — и </a:t>
            </a:r>
            <a:r>
              <a:rPr lang="en-US" sz="1600" err="1"/>
              <a:t>всё</a:t>
            </a:r>
            <a:r>
              <a:rPr lang="en-US" sz="1600"/>
              <a:t> </a:t>
            </a:r>
            <a:r>
              <a:rPr lang="en-US" sz="1600" err="1"/>
              <a:t>равно</a:t>
            </a:r>
            <a:r>
              <a:rPr lang="en-US" sz="1600"/>
              <a:t> </a:t>
            </a:r>
            <a:r>
              <a:rPr lang="en-US" sz="1600" err="1"/>
              <a:t>поехал</a:t>
            </a:r>
            <a:r>
              <a:rPr lang="en-US" sz="1600"/>
              <a:t> </a:t>
            </a:r>
          </a:p>
          <a:p>
            <a:pPr marL="342900" indent="-342900">
              <a:lnSpc>
                <a:spcPct val="110000"/>
              </a:lnSpc>
              <a:buFont typeface="Arial"/>
              <a:buChar char="•"/>
            </a:pPr>
            <a:r>
              <a:rPr lang="en-US" sz="1600"/>
              <a:t> −22°С </a:t>
            </a:r>
            <a:r>
              <a:rPr lang="en-US" sz="1600" err="1"/>
              <a:t>под</a:t>
            </a:r>
            <a:r>
              <a:rPr lang="en-US" sz="1600"/>
              <a:t> </a:t>
            </a:r>
            <a:r>
              <a:rPr lang="en-US" sz="1600" err="1"/>
              <a:t>Лугой</a:t>
            </a:r>
            <a:r>
              <a:rPr lang="en-US" sz="1600"/>
              <a:t>: 90 </a:t>
            </a:r>
            <a:r>
              <a:rPr lang="en-US" sz="1600" err="1"/>
              <a:t>км</a:t>
            </a:r>
            <a:r>
              <a:rPr lang="en-US" sz="1600"/>
              <a:t> </a:t>
            </a:r>
            <a:r>
              <a:rPr lang="en-US" sz="1600" err="1"/>
              <a:t>на</a:t>
            </a:r>
            <a:r>
              <a:rPr lang="en-US" sz="1600"/>
              <a:t> </a:t>
            </a:r>
            <a:r>
              <a:rPr lang="en-US" sz="1600" err="1"/>
              <a:t>первой</a:t>
            </a:r>
            <a:r>
              <a:rPr lang="en-US" sz="1600"/>
              <a:t> </a:t>
            </a:r>
            <a:r>
              <a:rPr lang="en-US" sz="1600" err="1"/>
              <a:t>передаче</a:t>
            </a:r>
            <a:r>
              <a:rPr lang="en-US" sz="1600"/>
              <a:t> </a:t>
            </a:r>
            <a:r>
              <a:rPr lang="en-US" sz="1600" err="1"/>
              <a:t>сквозь</a:t>
            </a:r>
            <a:r>
              <a:rPr lang="en-US" sz="1600"/>
              <a:t> </a:t>
            </a:r>
            <a:r>
              <a:rPr lang="en-US" sz="1600" err="1"/>
              <a:t>заносы</a:t>
            </a:r>
            <a:r>
              <a:rPr lang="en-US" sz="1600"/>
              <a:t> </a:t>
            </a:r>
          </a:p>
          <a:p>
            <a:pPr marL="342900" indent="-342900">
              <a:lnSpc>
                <a:spcPct val="110000"/>
              </a:lnSpc>
              <a:buFont typeface="Arial"/>
              <a:buChar char="•"/>
            </a:pPr>
            <a:r>
              <a:rPr lang="en-US" sz="1600"/>
              <a:t> </a:t>
            </a:r>
            <a:r>
              <a:rPr lang="en-US" sz="1600" err="1"/>
              <a:t>Нагель</a:t>
            </a:r>
            <a:r>
              <a:rPr lang="en-US" sz="1600"/>
              <a:t> </a:t>
            </a:r>
            <a:r>
              <a:rPr lang="en-US" sz="1600" err="1"/>
              <a:t>намотал</a:t>
            </a:r>
            <a:r>
              <a:rPr lang="en-US" sz="1600"/>
              <a:t> </a:t>
            </a:r>
            <a:r>
              <a:rPr lang="en-US" sz="1600" err="1"/>
              <a:t>на</a:t>
            </a:r>
            <a:r>
              <a:rPr lang="en-US" sz="1600"/>
              <a:t> </a:t>
            </a:r>
            <a:r>
              <a:rPr lang="en-US" sz="1600" err="1"/>
              <a:t>колёса</a:t>
            </a:r>
            <a:r>
              <a:rPr lang="en-US" sz="1600"/>
              <a:t> </a:t>
            </a:r>
            <a:r>
              <a:rPr lang="en-US" sz="1600" err="1"/>
              <a:t>кожаные</a:t>
            </a:r>
            <a:r>
              <a:rPr lang="en-US" sz="1600"/>
              <a:t> </a:t>
            </a:r>
            <a:r>
              <a:rPr lang="en-US" sz="1600" err="1"/>
              <a:t>ремни</a:t>
            </a:r>
            <a:r>
              <a:rPr lang="en-US" sz="1600"/>
              <a:t> с </a:t>
            </a:r>
            <a:r>
              <a:rPr lang="en-US" sz="1600" err="1"/>
              <a:t>гвоздями</a:t>
            </a:r>
            <a:r>
              <a:rPr lang="en-US" sz="1600"/>
              <a:t> — </a:t>
            </a:r>
            <a:r>
              <a:rPr lang="en-US" sz="1600" err="1"/>
              <a:t>первые</a:t>
            </a:r>
            <a:r>
              <a:rPr lang="en-US" sz="1600"/>
              <a:t> в </a:t>
            </a:r>
            <a:r>
              <a:rPr lang="en-US" sz="1600" err="1"/>
              <a:t>мире</a:t>
            </a:r>
            <a:r>
              <a:rPr lang="en-US" sz="1600"/>
              <a:t> </a:t>
            </a:r>
            <a:r>
              <a:rPr lang="en-US" sz="1600" err="1"/>
              <a:t>шипованные</a:t>
            </a:r>
            <a:r>
              <a:rPr lang="en-US" sz="1600"/>
              <a:t> </a:t>
            </a:r>
            <a:r>
              <a:rPr lang="en-US" sz="1600" err="1"/>
              <a:t>шины</a:t>
            </a:r>
            <a:r>
              <a:rPr lang="en-US" sz="1600"/>
              <a:t> </a:t>
            </a:r>
          </a:p>
          <a:p>
            <a:pPr marL="342900" indent="-342900">
              <a:lnSpc>
                <a:spcPct val="110000"/>
              </a:lnSpc>
              <a:buFont typeface="Arial"/>
              <a:buChar char="•"/>
            </a:pPr>
            <a:r>
              <a:rPr lang="en-US" sz="1600"/>
              <a:t> 3257 </a:t>
            </a:r>
            <a:r>
              <a:rPr lang="en-US" sz="1600" err="1"/>
              <a:t>км</a:t>
            </a:r>
            <a:r>
              <a:rPr lang="en-US" sz="1600"/>
              <a:t>. </a:t>
            </a:r>
            <a:r>
              <a:rPr lang="en-US" sz="1600" err="1"/>
              <a:t>Финишировали</a:t>
            </a:r>
            <a:r>
              <a:rPr lang="en-US" sz="1600"/>
              <a:t> </a:t>
            </a:r>
            <a:r>
              <a:rPr lang="en-US" sz="1600" err="1"/>
              <a:t>первыми</a:t>
            </a:r>
            <a:r>
              <a:rPr lang="en-US" sz="1600"/>
              <a:t> — </a:t>
            </a:r>
            <a:r>
              <a:rPr lang="en-US" sz="1600" err="1"/>
              <a:t>на</a:t>
            </a:r>
            <a:r>
              <a:rPr lang="en-US" sz="1600"/>
              <a:t> 6 </a:t>
            </a:r>
            <a:r>
              <a:rPr lang="en-US" sz="1600" err="1"/>
              <a:t>часов</a:t>
            </a:r>
            <a:r>
              <a:rPr lang="en-US" sz="1600"/>
              <a:t> </a:t>
            </a:r>
            <a:r>
              <a:rPr lang="en-US" sz="1600" err="1"/>
              <a:t>раньше</a:t>
            </a:r>
            <a:r>
              <a:rPr lang="en-US" sz="1600"/>
              <a:t> </a:t>
            </a:r>
            <a:r>
              <a:rPr lang="en-US" sz="1600" err="1"/>
              <a:t>всех</a:t>
            </a:r>
            <a:r>
              <a:rPr lang="en-US" sz="1600"/>
              <a:t> </a:t>
            </a:r>
          </a:p>
          <a:p>
            <a:pPr marL="342900" indent="-342900">
              <a:lnSpc>
                <a:spcPct val="110000"/>
              </a:lnSpc>
              <a:buFont typeface="Arial"/>
              <a:buChar char="•"/>
            </a:pPr>
            <a:r>
              <a:rPr lang="en-US" sz="1600"/>
              <a:t> </a:t>
            </a:r>
            <a:r>
              <a:rPr lang="en-US" sz="1600" err="1"/>
              <a:t>Николай</a:t>
            </a:r>
            <a:r>
              <a:rPr lang="en-US" sz="1600"/>
              <a:t> II </a:t>
            </a:r>
            <a:r>
              <a:rPr lang="en-US" sz="1600" err="1"/>
              <a:t>наградил</a:t>
            </a:r>
            <a:r>
              <a:rPr lang="en-US" sz="1600"/>
              <a:t> </a:t>
            </a:r>
            <a:r>
              <a:rPr lang="en-US" sz="1600" err="1"/>
              <a:t>Нагеля</a:t>
            </a:r>
            <a:r>
              <a:rPr lang="en-US" sz="1600"/>
              <a:t> </a:t>
            </a:r>
            <a:r>
              <a:rPr lang="en-US" sz="1600" err="1"/>
              <a:t>орденом</a:t>
            </a:r>
            <a:r>
              <a:rPr lang="en-US" sz="1600"/>
              <a:t> </a:t>
            </a:r>
            <a:r>
              <a:rPr lang="en-US" sz="1600" err="1"/>
              <a:t>Святой</a:t>
            </a:r>
            <a:r>
              <a:rPr lang="en-US" sz="1600"/>
              <a:t> </a:t>
            </a:r>
            <a:r>
              <a:rPr lang="en-US" sz="1600" err="1"/>
              <a:t>Анны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599844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7B4E-3C70-7F36-A4BF-7CA5CBC8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Delivering with confidence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7E922-AE57-EC70-406A-77ED03351F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67315" y="2760556"/>
            <a:ext cx="8266176" cy="5605272"/>
          </a:xfrm>
        </p:spPr>
        <p:txBody>
          <a:bodyPr/>
          <a:lstStyle/>
          <a:p>
            <a:pPr algn="ctr"/>
            <a:r>
              <a:rPr lang="en-US" dirty="0" err="1"/>
              <a:t>Спасибо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 </a:t>
            </a:r>
            <a:r>
              <a:rPr lang="en-US" dirty="0" err="1"/>
              <a:t>внимание</a:t>
            </a:r>
            <a:r>
              <a:rPr lang="en-US" dirty="0"/>
              <a:t>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7552595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_win32_DN_V3" id="{9F427321-9060-43C1-8B15-4D38A9FA231C}" vid="{F91C65FD-DCCD-4832-9662-5F5E106155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10C717-93EF-4D86-BF6E-244725B73F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629CA71-ACFA-46CC-8E61-4A5AB670DDE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99F7478-D48A-4FC3-A70B-05B704278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521</Words>
  <Application>Microsoft Office PowerPoint</Application>
  <PresentationFormat>Widescreen</PresentationFormat>
  <Paragraphs>76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Helena</vt:lpstr>
      <vt:lpstr>Первый русский автомобиль  </vt:lpstr>
      <vt:lpstr>Кто такой Яковлев</vt:lpstr>
      <vt:lpstr>Встреча в Чикаго</vt:lpstr>
      <vt:lpstr>Первый русский автомобиль (1896)</vt:lpstr>
      <vt:lpstr>Конец партнёрства и рождение «Руссо-Балта»</vt:lpstr>
      <vt:lpstr>Нагель и Михайлов:  Петербург →Монте-Карло</vt:lpstr>
      <vt:lpstr>Delivering with confidence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439</cp:revision>
  <dcterms:created xsi:type="dcterms:W3CDTF">2026-03-13T07:45:16Z</dcterms:created>
  <dcterms:modified xsi:type="dcterms:W3CDTF">2026-04-10T08:07:36Z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